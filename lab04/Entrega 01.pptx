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0" r:id="rId1"/>
  </p:sldMasterIdLst>
  <p:sldIdLst>
    <p:sldId id="287" r:id="rId2"/>
    <p:sldId id="268" r:id="rId3"/>
    <p:sldId id="266" r:id="rId4"/>
    <p:sldId id="321" r:id="rId5"/>
    <p:sldId id="271" r:id="rId6"/>
    <p:sldId id="344" r:id="rId7"/>
    <p:sldId id="326" r:id="rId8"/>
    <p:sldId id="305" r:id="rId9"/>
    <p:sldId id="336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423D7B-8F6B-B099-201C-FDD88C718713}" v="196" dt="2025-11-01T16:12:27.363"/>
    <p1510:client id="{552754B1-7B80-4B50-AD3E-E2EA9912DE0A}" v="162" dt="2025-11-01T18:54:01.761"/>
    <p1510:client id="{C97DB46D-7B85-3C72-B6BB-789DEC602074}" v="179" dt="2025-11-01T18:36:34.5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a Eliza Alves Costa" userId="S::1078276@sga.pucminas.br::c138fc88-73c0-47e1-b788-3e194ec42aa1" providerId="AD" clId="Web-{C97DB46D-7B85-3C72-B6BB-789DEC602074}"/>
    <pc:docChg chg="addSld delSld modSld sldOrd">
      <pc:chgData name="Mariana Eliza Alves Costa" userId="S::1078276@sga.pucminas.br::c138fc88-73c0-47e1-b788-3e194ec42aa1" providerId="AD" clId="Web-{C97DB46D-7B85-3C72-B6BB-789DEC602074}" dt="2025-11-01T18:36:34.531" v="201"/>
      <pc:docMkLst>
        <pc:docMk/>
      </pc:docMkLst>
      <pc:sldChg chg="del">
        <pc:chgData name="Mariana Eliza Alves Costa" userId="S::1078276@sga.pucminas.br::c138fc88-73c0-47e1-b788-3e194ec42aa1" providerId="AD" clId="Web-{C97DB46D-7B85-3C72-B6BB-789DEC602074}" dt="2025-11-01T18:35:39.597" v="192"/>
        <pc:sldMkLst>
          <pc:docMk/>
          <pc:sldMk cId="487046690" sldId="263"/>
        </pc:sldMkLst>
      </pc:sldChg>
      <pc:sldChg chg="ord">
        <pc:chgData name="Mariana Eliza Alves Costa" userId="S::1078276@sga.pucminas.br::c138fc88-73c0-47e1-b788-3e194ec42aa1" providerId="AD" clId="Web-{C97DB46D-7B85-3C72-B6BB-789DEC602074}" dt="2025-11-01T18:36:03.287" v="193"/>
        <pc:sldMkLst>
          <pc:docMk/>
          <pc:sldMk cId="3402964925" sldId="266"/>
        </pc:sldMkLst>
      </pc:sldChg>
      <pc:sldChg chg="addSp delSp modSp add">
        <pc:chgData name="Mariana Eliza Alves Costa" userId="S::1078276@sga.pucminas.br::c138fc88-73c0-47e1-b788-3e194ec42aa1" providerId="AD" clId="Web-{C97DB46D-7B85-3C72-B6BB-789DEC602074}" dt="2025-11-01T18:35:37.503" v="191"/>
        <pc:sldMkLst>
          <pc:docMk/>
          <pc:sldMk cId="3894047674" sldId="268"/>
        </pc:sldMkLst>
        <pc:spChg chg="mod">
          <ac:chgData name="Mariana Eliza Alves Costa" userId="S::1078276@sga.pucminas.br::c138fc88-73c0-47e1-b788-3e194ec42aa1" providerId="AD" clId="Web-{C97DB46D-7B85-3C72-B6BB-789DEC602074}" dt="2025-11-01T18:35:37.503" v="191"/>
          <ac:spMkLst>
            <pc:docMk/>
            <pc:sldMk cId="3894047674" sldId="268"/>
            <ac:spMk id="2" creationId="{16F952DD-5DED-7590-09C4-5645A244B6D6}"/>
          </ac:spMkLst>
        </pc:spChg>
        <pc:spChg chg="add">
          <ac:chgData name="Mariana Eliza Alves Costa" userId="S::1078276@sga.pucminas.br::c138fc88-73c0-47e1-b788-3e194ec42aa1" providerId="AD" clId="Web-{C97DB46D-7B85-3C72-B6BB-789DEC602074}" dt="2025-11-01T18:35:37.503" v="191"/>
          <ac:spMkLst>
            <pc:docMk/>
            <pc:sldMk cId="3894047674" sldId="268"/>
            <ac:spMk id="13" creationId="{19F9BF86-FE94-4517-B97D-026C7515E589}"/>
          </ac:spMkLst>
        </pc:spChg>
        <pc:picChg chg="del">
          <ac:chgData name="Mariana Eliza Alves Costa" userId="S::1078276@sga.pucminas.br::c138fc88-73c0-47e1-b788-3e194ec42aa1" providerId="AD" clId="Web-{C97DB46D-7B85-3C72-B6BB-789DEC602074}" dt="2025-11-01T18:35:33.331" v="189"/>
          <ac:picMkLst>
            <pc:docMk/>
            <pc:sldMk cId="3894047674" sldId="268"/>
            <ac:picMk id="5" creationId="{A17EE958-494B-1BA1-0532-7870FDD3B9D3}"/>
          </ac:picMkLst>
        </pc:picChg>
        <pc:picChg chg="add mod">
          <ac:chgData name="Mariana Eliza Alves Costa" userId="S::1078276@sga.pucminas.br::c138fc88-73c0-47e1-b788-3e194ec42aa1" providerId="AD" clId="Web-{C97DB46D-7B85-3C72-B6BB-789DEC602074}" dt="2025-11-01T18:35:37.503" v="191"/>
          <ac:picMkLst>
            <pc:docMk/>
            <pc:sldMk cId="3894047674" sldId="268"/>
            <ac:picMk id="6" creationId="{4686E580-D837-3472-25C2-75524CE6AD61}"/>
          </ac:picMkLst>
        </pc:picChg>
        <pc:cxnChg chg="add">
          <ac:chgData name="Mariana Eliza Alves Costa" userId="S::1078276@sga.pucminas.br::c138fc88-73c0-47e1-b788-3e194ec42aa1" providerId="AD" clId="Web-{C97DB46D-7B85-3C72-B6BB-789DEC602074}" dt="2025-11-01T18:35:37.503" v="191"/>
          <ac:cxnSpMkLst>
            <pc:docMk/>
            <pc:sldMk cId="3894047674" sldId="268"/>
            <ac:cxnSpMk id="11" creationId="{118E06E4-607B-144B-382B-AD3D06B1EE8C}"/>
          </ac:cxnSpMkLst>
        </pc:cxnChg>
        <pc:cxnChg chg="add">
          <ac:chgData name="Mariana Eliza Alves Costa" userId="S::1078276@sga.pucminas.br::c138fc88-73c0-47e1-b788-3e194ec42aa1" providerId="AD" clId="Web-{C97DB46D-7B85-3C72-B6BB-789DEC602074}" dt="2025-11-01T18:35:37.503" v="191"/>
          <ac:cxnSpMkLst>
            <pc:docMk/>
            <pc:sldMk cId="3894047674" sldId="268"/>
            <ac:cxnSpMk id="15" creationId="{6CA391F1-4B2C-521B-F6A5-52C74B30349D}"/>
          </ac:cxnSpMkLst>
        </pc:cxnChg>
      </pc:sldChg>
      <pc:sldChg chg="addSp delSp modSp add del">
        <pc:chgData name="Mariana Eliza Alves Costa" userId="S::1078276@sga.pucminas.br::c138fc88-73c0-47e1-b788-3e194ec42aa1" providerId="AD" clId="Web-{C97DB46D-7B85-3C72-B6BB-789DEC602074}" dt="2025-11-01T17:37:55.760" v="40"/>
        <pc:sldMkLst>
          <pc:docMk/>
          <pc:sldMk cId="3501882919" sldId="270"/>
        </pc:sldMkLst>
        <pc:spChg chg="mod">
          <ac:chgData name="Mariana Eliza Alves Costa" userId="S::1078276@sga.pucminas.br::c138fc88-73c0-47e1-b788-3e194ec42aa1" providerId="AD" clId="Web-{C97DB46D-7B85-3C72-B6BB-789DEC602074}" dt="2025-11-01T17:34:36.438" v="27"/>
          <ac:spMkLst>
            <pc:docMk/>
            <pc:sldMk cId="3501882919" sldId="270"/>
            <ac:spMk id="2" creationId="{053BF8D7-BB51-3770-8224-FD5BC44BFD25}"/>
          </ac:spMkLst>
        </pc:spChg>
        <pc:spChg chg="add del mod">
          <ac:chgData name="Mariana Eliza Alves Costa" userId="S::1078276@sga.pucminas.br::c138fc88-73c0-47e1-b788-3e194ec42aa1" providerId="AD" clId="Web-{C97DB46D-7B85-3C72-B6BB-789DEC602074}" dt="2025-11-01T17:34:36.438" v="27"/>
          <ac:spMkLst>
            <pc:docMk/>
            <pc:sldMk cId="3501882919" sldId="270"/>
            <ac:spMk id="3" creationId="{D077EDBE-3499-FB06-13E2-25F2EA3509B4}"/>
          </ac:spMkLst>
        </pc:spChg>
        <pc:spChg chg="add del">
          <ac:chgData name="Mariana Eliza Alves Costa" userId="S::1078276@sga.pucminas.br::c138fc88-73c0-47e1-b788-3e194ec42aa1" providerId="AD" clId="Web-{C97DB46D-7B85-3C72-B6BB-789DEC602074}" dt="2025-11-01T17:34:36.407" v="26"/>
          <ac:spMkLst>
            <pc:docMk/>
            <pc:sldMk cId="3501882919" sldId="270"/>
            <ac:spMk id="9" creationId="{A637580D-1176-4083-A9A1-BD8ED08996EC}"/>
          </ac:spMkLst>
        </pc:spChg>
        <pc:spChg chg="add">
          <ac:chgData name="Mariana Eliza Alves Costa" userId="S::1078276@sga.pucminas.br::c138fc88-73c0-47e1-b788-3e194ec42aa1" providerId="AD" clId="Web-{C97DB46D-7B85-3C72-B6BB-789DEC602074}" dt="2025-11-01T17:34:36.438" v="27"/>
          <ac:spMkLst>
            <pc:docMk/>
            <pc:sldMk cId="3501882919" sldId="270"/>
            <ac:spMk id="13" creationId="{DBDA151C-5770-45E4-AAFF-59E7F403866D}"/>
          </ac:spMkLst>
        </pc:spChg>
        <pc:graphicFrameChg chg="add del">
          <ac:chgData name="Mariana Eliza Alves Costa" userId="S::1078276@sga.pucminas.br::c138fc88-73c0-47e1-b788-3e194ec42aa1" providerId="AD" clId="Web-{C97DB46D-7B85-3C72-B6BB-789DEC602074}" dt="2025-11-01T17:34:36.407" v="26"/>
          <ac:graphicFrameMkLst>
            <pc:docMk/>
            <pc:sldMk cId="3501882919" sldId="270"/>
            <ac:graphicFrameMk id="5" creationId="{AC6E171D-2805-2D1F-6B6E-B69BDEC085DC}"/>
          </ac:graphicFrameMkLst>
        </pc:graphicFrameChg>
        <pc:graphicFrameChg chg="add mod">
          <ac:chgData name="Mariana Eliza Alves Costa" userId="S::1078276@sga.pucminas.br::c138fc88-73c0-47e1-b788-3e194ec42aa1" providerId="AD" clId="Web-{C97DB46D-7B85-3C72-B6BB-789DEC602074}" dt="2025-11-01T17:34:50.001" v="29" actId="14100"/>
          <ac:graphicFrameMkLst>
            <pc:docMk/>
            <pc:sldMk cId="3501882919" sldId="270"/>
            <ac:graphicFrameMk id="15" creationId="{8C88D94B-273C-86A0-FC00-CD2C08239CAB}"/>
          </ac:graphicFrameMkLst>
        </pc:graphicFrameChg>
        <pc:cxnChg chg="add del">
          <ac:chgData name="Mariana Eliza Alves Costa" userId="S::1078276@sga.pucminas.br::c138fc88-73c0-47e1-b788-3e194ec42aa1" providerId="AD" clId="Web-{C97DB46D-7B85-3C72-B6BB-789DEC602074}" dt="2025-11-01T17:34:36.407" v="26"/>
          <ac:cxnSpMkLst>
            <pc:docMk/>
            <pc:sldMk cId="3501882919" sldId="270"/>
            <ac:cxnSpMk id="11" creationId="{B9C96FDC-E4C2-7D8A-44BA-572E7CD9E899}"/>
          </ac:cxnSpMkLst>
        </pc:cxnChg>
        <pc:cxnChg chg="add">
          <ac:chgData name="Mariana Eliza Alves Costa" userId="S::1078276@sga.pucminas.br::c138fc88-73c0-47e1-b788-3e194ec42aa1" providerId="AD" clId="Web-{C97DB46D-7B85-3C72-B6BB-789DEC602074}" dt="2025-11-01T17:34:36.438" v="27"/>
          <ac:cxnSpMkLst>
            <pc:docMk/>
            <pc:sldMk cId="3501882919" sldId="270"/>
            <ac:cxnSpMk id="14" creationId="{05ADA91C-AD52-A530-A898-AD6E69874598}"/>
          </ac:cxnSpMkLst>
        </pc:cxnChg>
      </pc:sldChg>
      <pc:sldChg chg="addSp delSp modSp add del">
        <pc:chgData name="Mariana Eliza Alves Costa" userId="S::1078276@sga.pucminas.br::c138fc88-73c0-47e1-b788-3e194ec42aa1" providerId="AD" clId="Web-{C97DB46D-7B85-3C72-B6BB-789DEC602074}" dt="2025-11-01T18:32:28.605" v="109"/>
        <pc:sldMkLst>
          <pc:docMk/>
          <pc:sldMk cId="206395105" sldId="271"/>
        </pc:sldMkLst>
        <pc:spChg chg="mod">
          <ac:chgData name="Mariana Eliza Alves Costa" userId="S::1078276@sga.pucminas.br::c138fc88-73c0-47e1-b788-3e194ec42aa1" providerId="AD" clId="Web-{C97DB46D-7B85-3C72-B6BB-789DEC602074}" dt="2025-11-01T17:35:02.333" v="32" actId="20577"/>
          <ac:spMkLst>
            <pc:docMk/>
            <pc:sldMk cId="206395105" sldId="271"/>
            <ac:spMk id="2" creationId="{07D73D74-F1D9-9B31-394B-1F225B4ABF8B}"/>
          </ac:spMkLst>
        </pc:spChg>
        <pc:spChg chg="del mod">
          <ac:chgData name="Mariana Eliza Alves Costa" userId="S::1078276@sga.pucminas.br::c138fc88-73c0-47e1-b788-3e194ec42aa1" providerId="AD" clId="Web-{C97DB46D-7B85-3C72-B6BB-789DEC602074}" dt="2025-11-01T17:35:07.770" v="33"/>
          <ac:spMkLst>
            <pc:docMk/>
            <pc:sldMk cId="206395105" sldId="271"/>
            <ac:spMk id="3" creationId="{C0810457-64F8-0BCA-4BD9-8F832D4692D2}"/>
          </ac:spMkLst>
        </pc:spChg>
        <pc:spChg chg="add del mod">
          <ac:chgData name="Mariana Eliza Alves Costa" userId="S::1078276@sga.pucminas.br::c138fc88-73c0-47e1-b788-3e194ec42aa1" providerId="AD" clId="Web-{C97DB46D-7B85-3C72-B6BB-789DEC602074}" dt="2025-11-01T17:37:42.884" v="37"/>
          <ac:spMkLst>
            <pc:docMk/>
            <pc:sldMk cId="206395105" sldId="271"/>
            <ac:spMk id="5" creationId="{8EC22185-E11E-FE22-33F1-1DCC60F905A5}"/>
          </ac:spMkLst>
        </pc:spChg>
        <pc:spChg chg="add del mod">
          <ac:chgData name="Mariana Eliza Alves Costa" userId="S::1078276@sga.pucminas.br::c138fc88-73c0-47e1-b788-3e194ec42aa1" providerId="AD" clId="Web-{C97DB46D-7B85-3C72-B6BB-789DEC602074}" dt="2025-11-01T18:32:28.605" v="109"/>
          <ac:spMkLst>
            <pc:docMk/>
            <pc:sldMk cId="206395105" sldId="271"/>
            <ac:spMk id="21" creationId="{4862C110-08A4-5522-7C5C-DAD72F4F738C}"/>
          </ac:spMkLst>
        </pc:spChg>
        <pc:graphicFrameChg chg="add mod">
          <ac:chgData name="Mariana Eliza Alves Costa" userId="S::1078276@sga.pucminas.br::c138fc88-73c0-47e1-b788-3e194ec42aa1" providerId="AD" clId="Web-{C97DB46D-7B85-3C72-B6BB-789DEC602074}" dt="2025-11-01T17:37:52.869" v="39" actId="1076"/>
          <ac:graphicFrameMkLst>
            <pc:docMk/>
            <pc:sldMk cId="206395105" sldId="271"/>
            <ac:graphicFrameMk id="7" creationId="{638C57C5-D517-A75E-0E5B-DCFEA6DB8013}"/>
          </ac:graphicFrameMkLst>
        </pc:graphicFrameChg>
      </pc:sldChg>
      <pc:sldChg chg="modSp add del">
        <pc:chgData name="Mariana Eliza Alves Costa" userId="S::1078276@sga.pucminas.br::c138fc88-73c0-47e1-b788-3e194ec42aa1" providerId="AD" clId="Web-{C97DB46D-7B85-3C72-B6BB-789DEC602074}" dt="2025-11-01T18:34:32.919" v="185"/>
        <pc:sldMkLst>
          <pc:docMk/>
          <pc:sldMk cId="2788148519" sldId="272"/>
        </pc:sldMkLst>
        <pc:spChg chg="mod">
          <ac:chgData name="Mariana Eliza Alves Costa" userId="S::1078276@sga.pucminas.br::c138fc88-73c0-47e1-b788-3e194ec42aa1" providerId="AD" clId="Web-{C97DB46D-7B85-3C72-B6BB-789DEC602074}" dt="2025-11-01T17:31:35.828" v="20" actId="20577"/>
          <ac:spMkLst>
            <pc:docMk/>
            <pc:sldMk cId="2788148519" sldId="272"/>
            <ac:spMk id="2" creationId="{9A8787FB-3EEA-D2C0-78A9-E1A60625EC68}"/>
          </ac:spMkLst>
        </pc:spChg>
        <pc:spChg chg="mod">
          <ac:chgData name="Mariana Eliza Alves Costa" userId="S::1078276@sga.pucminas.br::c138fc88-73c0-47e1-b788-3e194ec42aa1" providerId="AD" clId="Web-{C97DB46D-7B85-3C72-B6BB-789DEC602074}" dt="2025-11-01T17:31:00.640" v="19" actId="1076"/>
          <ac:spMkLst>
            <pc:docMk/>
            <pc:sldMk cId="2788148519" sldId="272"/>
            <ac:spMk id="3" creationId="{EE749578-EB78-FB7D-CD7D-C05BD8757E33}"/>
          </ac:spMkLst>
        </pc:spChg>
      </pc:sldChg>
      <pc:sldChg chg="del">
        <pc:chgData name="Mariana Eliza Alves Costa" userId="S::1078276@sga.pucminas.br::c138fc88-73c0-47e1-b788-3e194ec42aa1" providerId="AD" clId="Web-{C97DB46D-7B85-3C72-B6BB-789DEC602074}" dt="2025-11-01T18:34:48.561" v="186"/>
        <pc:sldMkLst>
          <pc:docMk/>
          <pc:sldMk cId="1231823350" sldId="279"/>
        </pc:sldMkLst>
      </pc:sldChg>
      <pc:sldChg chg="modSp ord">
        <pc:chgData name="Mariana Eliza Alves Costa" userId="S::1078276@sga.pucminas.br::c138fc88-73c0-47e1-b788-3e194ec42aa1" providerId="AD" clId="Web-{C97DB46D-7B85-3C72-B6BB-789DEC602074}" dt="2025-11-01T18:35:02.500" v="187"/>
        <pc:sldMkLst>
          <pc:docMk/>
          <pc:sldMk cId="794129926" sldId="321"/>
        </pc:sldMkLst>
        <pc:spChg chg="mod">
          <ac:chgData name="Mariana Eliza Alves Costa" userId="S::1078276@sga.pucminas.br::c138fc88-73c0-47e1-b788-3e194ec42aa1" providerId="AD" clId="Web-{C97DB46D-7B85-3C72-B6BB-789DEC602074}" dt="2025-11-01T16:28:37.384" v="6" actId="20577"/>
          <ac:spMkLst>
            <pc:docMk/>
            <pc:sldMk cId="794129926" sldId="321"/>
            <ac:spMk id="3" creationId="{3C619508-8EAB-B70C-B195-01C17BEA06B6}"/>
          </ac:spMkLst>
        </pc:spChg>
      </pc:sldChg>
      <pc:sldChg chg="ord">
        <pc:chgData name="Mariana Eliza Alves Costa" userId="S::1078276@sga.pucminas.br::c138fc88-73c0-47e1-b788-3e194ec42aa1" providerId="AD" clId="Web-{C97DB46D-7B85-3C72-B6BB-789DEC602074}" dt="2025-11-01T18:35:19.783" v="188"/>
        <pc:sldMkLst>
          <pc:docMk/>
          <pc:sldMk cId="940414993" sldId="326"/>
        </pc:sldMkLst>
      </pc:sldChg>
      <pc:sldChg chg="del">
        <pc:chgData name="Mariana Eliza Alves Costa" userId="S::1078276@sga.pucminas.br::c138fc88-73c0-47e1-b788-3e194ec42aa1" providerId="AD" clId="Web-{C97DB46D-7B85-3C72-B6BB-789DEC602074}" dt="2025-11-01T16:14:50.260" v="0"/>
        <pc:sldMkLst>
          <pc:docMk/>
          <pc:sldMk cId="2937231913" sldId="327"/>
        </pc:sldMkLst>
      </pc:sldChg>
      <pc:sldChg chg="del">
        <pc:chgData name="Mariana Eliza Alves Costa" userId="S::1078276@sga.pucminas.br::c138fc88-73c0-47e1-b788-3e194ec42aa1" providerId="AD" clId="Web-{C97DB46D-7B85-3C72-B6BB-789DEC602074}" dt="2025-11-01T16:14:51.057" v="1"/>
        <pc:sldMkLst>
          <pc:docMk/>
          <pc:sldMk cId="4001907078" sldId="329"/>
        </pc:sldMkLst>
      </pc:sldChg>
      <pc:sldChg chg="del">
        <pc:chgData name="Mariana Eliza Alves Costa" userId="S::1078276@sga.pucminas.br::c138fc88-73c0-47e1-b788-3e194ec42aa1" providerId="AD" clId="Web-{C97DB46D-7B85-3C72-B6BB-789DEC602074}" dt="2025-11-01T16:14:52.588" v="2"/>
        <pc:sldMkLst>
          <pc:docMk/>
          <pc:sldMk cId="795654815" sldId="330"/>
        </pc:sldMkLst>
      </pc:sldChg>
      <pc:sldChg chg="del">
        <pc:chgData name="Mariana Eliza Alves Costa" userId="S::1078276@sga.pucminas.br::c138fc88-73c0-47e1-b788-3e194ec42aa1" providerId="AD" clId="Web-{C97DB46D-7B85-3C72-B6BB-789DEC602074}" dt="2025-11-01T18:36:28.687" v="197"/>
        <pc:sldMkLst>
          <pc:docMk/>
          <pc:sldMk cId="1806241483" sldId="331"/>
        </pc:sldMkLst>
      </pc:sldChg>
      <pc:sldChg chg="del">
        <pc:chgData name="Mariana Eliza Alves Costa" userId="S::1078276@sga.pucminas.br::c138fc88-73c0-47e1-b788-3e194ec42aa1" providerId="AD" clId="Web-{C97DB46D-7B85-3C72-B6BB-789DEC602074}" dt="2025-11-01T18:36:27.515" v="196"/>
        <pc:sldMkLst>
          <pc:docMk/>
          <pc:sldMk cId="3650573770" sldId="332"/>
        </pc:sldMkLst>
      </pc:sldChg>
      <pc:sldChg chg="del">
        <pc:chgData name="Mariana Eliza Alves Costa" userId="S::1078276@sga.pucminas.br::c138fc88-73c0-47e1-b788-3e194ec42aa1" providerId="AD" clId="Web-{C97DB46D-7B85-3C72-B6BB-789DEC602074}" dt="2025-11-01T18:36:26.796" v="195"/>
        <pc:sldMkLst>
          <pc:docMk/>
          <pc:sldMk cId="1075425375" sldId="333"/>
        </pc:sldMkLst>
      </pc:sldChg>
      <pc:sldChg chg="del">
        <pc:chgData name="Mariana Eliza Alves Costa" userId="S::1078276@sga.pucminas.br::c138fc88-73c0-47e1-b788-3e194ec42aa1" providerId="AD" clId="Web-{C97DB46D-7B85-3C72-B6BB-789DEC602074}" dt="2025-11-01T16:14:53.526" v="3"/>
        <pc:sldMkLst>
          <pc:docMk/>
          <pc:sldMk cId="999673010" sldId="334"/>
        </pc:sldMkLst>
      </pc:sldChg>
      <pc:sldChg chg="del">
        <pc:chgData name="Mariana Eliza Alves Costa" userId="S::1078276@sga.pucminas.br::c138fc88-73c0-47e1-b788-3e194ec42aa1" providerId="AD" clId="Web-{C97DB46D-7B85-3C72-B6BB-789DEC602074}" dt="2025-11-01T18:36:30.078" v="198"/>
        <pc:sldMkLst>
          <pc:docMk/>
          <pc:sldMk cId="3255919480" sldId="335"/>
        </pc:sldMkLst>
      </pc:sldChg>
      <pc:sldChg chg="add del">
        <pc:chgData name="Mariana Eliza Alves Costa" userId="S::1078276@sga.pucminas.br::c138fc88-73c0-47e1-b788-3e194ec42aa1" providerId="AD" clId="Web-{C97DB46D-7B85-3C72-B6BB-789DEC602074}" dt="2025-11-01T18:36:34.531" v="201"/>
        <pc:sldMkLst>
          <pc:docMk/>
          <pc:sldMk cId="690110538" sldId="336"/>
        </pc:sldMkLst>
      </pc:sldChg>
      <pc:sldChg chg="del">
        <pc:chgData name="Mariana Eliza Alves Costa" userId="S::1078276@sga.pucminas.br::c138fc88-73c0-47e1-b788-3e194ec42aa1" providerId="AD" clId="Web-{C97DB46D-7B85-3C72-B6BB-789DEC602074}" dt="2025-11-01T18:36:15.545" v="194"/>
        <pc:sldMkLst>
          <pc:docMk/>
          <pc:sldMk cId="2619317401" sldId="338"/>
        </pc:sldMkLst>
      </pc:sldChg>
      <pc:sldChg chg="del">
        <pc:chgData name="Mariana Eliza Alves Costa" userId="S::1078276@sga.pucminas.br::c138fc88-73c0-47e1-b788-3e194ec42aa1" providerId="AD" clId="Web-{C97DB46D-7B85-3C72-B6BB-789DEC602074}" dt="2025-11-01T18:36:31.125" v="199"/>
        <pc:sldMkLst>
          <pc:docMk/>
          <pc:sldMk cId="250735401" sldId="341"/>
        </pc:sldMkLst>
      </pc:sldChg>
      <pc:sldChg chg="add del replId">
        <pc:chgData name="Mariana Eliza Alves Costa" userId="S::1078276@sga.pucminas.br::c138fc88-73c0-47e1-b788-3e194ec42aa1" providerId="AD" clId="Web-{C97DB46D-7B85-3C72-B6BB-789DEC602074}" dt="2025-11-01T18:34:32.137" v="184"/>
        <pc:sldMkLst>
          <pc:docMk/>
          <pc:sldMk cId="1886845888" sldId="342"/>
        </pc:sldMkLst>
      </pc:sldChg>
      <pc:sldChg chg="modSp add replId">
        <pc:chgData name="Mariana Eliza Alves Costa" userId="S::1078276@sga.pucminas.br::c138fc88-73c0-47e1-b788-3e194ec42aa1" providerId="AD" clId="Web-{C97DB46D-7B85-3C72-B6BB-789DEC602074}" dt="2025-11-01T18:34:25.949" v="183" actId="14100"/>
        <pc:sldMkLst>
          <pc:docMk/>
          <pc:sldMk cId="2591634584" sldId="343"/>
        </pc:sldMkLst>
        <pc:spChg chg="mod">
          <ac:chgData name="Mariana Eliza Alves Costa" userId="S::1078276@sga.pucminas.br::c138fc88-73c0-47e1-b788-3e194ec42aa1" providerId="AD" clId="Web-{C97DB46D-7B85-3C72-B6BB-789DEC602074}" dt="2025-11-01T18:34:25.949" v="183" actId="14100"/>
          <ac:spMkLst>
            <pc:docMk/>
            <pc:sldMk cId="2591634584" sldId="343"/>
            <ac:spMk id="3" creationId="{57BCB7FC-1802-6583-EB0B-2EFFEA855908}"/>
          </ac:spMkLst>
        </pc:spChg>
      </pc:sldChg>
    </pc:docChg>
  </pc:docChgLst>
  <pc:docChgLst>
    <pc:chgData name="Mariana Eliza Alves Costa" userId="S::1078276@sga.pucminas.br::c138fc88-73c0-47e1-b788-3e194ec42aa1" providerId="AD" clId="Web-{07423D7B-8F6B-B099-201C-FDD88C718713}"/>
    <pc:docChg chg="addSld delSld modSld">
      <pc:chgData name="Mariana Eliza Alves Costa" userId="S::1078276@sga.pucminas.br::c138fc88-73c0-47e1-b788-3e194ec42aa1" providerId="AD" clId="Web-{07423D7B-8F6B-B099-201C-FDD88C718713}" dt="2025-11-01T16:12:26.394" v="195" actId="20577"/>
      <pc:docMkLst>
        <pc:docMk/>
      </pc:docMkLst>
      <pc:sldChg chg="addSp delSp modSp">
        <pc:chgData name="Mariana Eliza Alves Costa" userId="S::1078276@sga.pucminas.br::c138fc88-73c0-47e1-b788-3e194ec42aa1" providerId="AD" clId="Web-{07423D7B-8F6B-B099-201C-FDD88C718713}" dt="2025-11-01T16:09:08.968" v="133" actId="14100"/>
        <pc:sldMkLst>
          <pc:docMk/>
          <pc:sldMk cId="487046690" sldId="263"/>
        </pc:sldMkLst>
        <pc:spChg chg="mod">
          <ac:chgData name="Mariana Eliza Alves Costa" userId="S::1078276@sga.pucminas.br::c138fc88-73c0-47e1-b788-3e194ec42aa1" providerId="AD" clId="Web-{07423D7B-8F6B-B099-201C-FDD88C718713}" dt="2025-11-01T16:07:13.762" v="117" actId="1076"/>
          <ac:spMkLst>
            <pc:docMk/>
            <pc:sldMk cId="487046690" sldId="263"/>
            <ac:spMk id="2" creationId="{40FA8811-8A66-21D8-CC9E-2E7825A36149}"/>
          </ac:spMkLst>
        </pc:spChg>
        <pc:spChg chg="mod">
          <ac:chgData name="Mariana Eliza Alves Costa" userId="S::1078276@sga.pucminas.br::c138fc88-73c0-47e1-b788-3e194ec42aa1" providerId="AD" clId="Web-{07423D7B-8F6B-B099-201C-FDD88C718713}" dt="2025-11-01T16:09:08.968" v="133" actId="14100"/>
          <ac:spMkLst>
            <pc:docMk/>
            <pc:sldMk cId="487046690" sldId="263"/>
            <ac:spMk id="25" creationId="{E416EA99-6B3A-9246-F553-7A77CD476975}"/>
          </ac:spMkLst>
        </pc:spChg>
        <pc:spChg chg="mod">
          <ac:chgData name="Mariana Eliza Alves Costa" userId="S::1078276@sga.pucminas.br::c138fc88-73c0-47e1-b788-3e194ec42aa1" providerId="AD" clId="Web-{07423D7B-8F6B-B099-201C-FDD88C718713}" dt="2025-11-01T16:08:05.701" v="126" actId="1076"/>
          <ac:spMkLst>
            <pc:docMk/>
            <pc:sldMk cId="487046690" sldId="263"/>
            <ac:spMk id="67" creationId="{CE928A18-FCDD-B6F6-8957-D1BA49FFA542}"/>
          </ac:spMkLst>
        </pc:spChg>
        <pc:graphicFrameChg chg="mod">
          <ac:chgData name="Mariana Eliza Alves Costa" userId="S::1078276@sga.pucminas.br::c138fc88-73c0-47e1-b788-3e194ec42aa1" providerId="AD" clId="Web-{07423D7B-8F6B-B099-201C-FDD88C718713}" dt="2025-11-01T16:07:50.169" v="123" actId="14100"/>
          <ac:graphicFrameMkLst>
            <pc:docMk/>
            <pc:sldMk cId="487046690" sldId="263"/>
            <ac:graphicFrameMk id="4" creationId="{2673BB51-7787-EF37-00A2-932CA0450731}"/>
          </ac:graphicFrameMkLst>
        </pc:graphicFrameChg>
        <pc:picChg chg="add mod">
          <ac:chgData name="Mariana Eliza Alves Costa" userId="S::1078276@sga.pucminas.br::c138fc88-73c0-47e1-b788-3e194ec42aa1" providerId="AD" clId="Web-{07423D7B-8F6B-B099-201C-FDD88C718713}" dt="2025-11-01T16:07:05.324" v="115" actId="1076"/>
          <ac:picMkLst>
            <pc:docMk/>
            <pc:sldMk cId="487046690" sldId="263"/>
            <ac:picMk id="14" creationId="{D0ABD54D-8CA9-2A1B-D859-CD8AE680F1A4}"/>
          </ac:picMkLst>
        </pc:picChg>
        <pc:picChg chg="del">
          <ac:chgData name="Mariana Eliza Alves Costa" userId="S::1078276@sga.pucminas.br::c138fc88-73c0-47e1-b788-3e194ec42aa1" providerId="AD" clId="Web-{07423D7B-8F6B-B099-201C-FDD88C718713}" dt="2025-11-01T16:07:02.074" v="113"/>
          <ac:picMkLst>
            <pc:docMk/>
            <pc:sldMk cId="487046690" sldId="263"/>
            <ac:picMk id="52" creationId="{16C62A5F-6265-E6AB-29AF-499C4AD875AC}"/>
          </ac:picMkLst>
        </pc:picChg>
      </pc:sldChg>
      <pc:sldChg chg="del">
        <pc:chgData name="Mariana Eliza Alves Costa" userId="S::1078276@sga.pucminas.br::c138fc88-73c0-47e1-b788-3e194ec42aa1" providerId="AD" clId="Web-{07423D7B-8F6B-B099-201C-FDD88C718713}" dt="2025-11-01T15:58:07.187" v="1"/>
        <pc:sldMkLst>
          <pc:docMk/>
          <pc:sldMk cId="2068698628" sldId="286"/>
        </pc:sldMkLst>
      </pc:sldChg>
      <pc:sldChg chg="modSp del">
        <pc:chgData name="Mariana Eliza Alves Costa" userId="S::1078276@sga.pucminas.br::c138fc88-73c0-47e1-b788-3e194ec42aa1" providerId="AD" clId="Web-{07423D7B-8F6B-B099-201C-FDD88C718713}" dt="2025-11-01T16:07:07.371" v="116"/>
        <pc:sldMkLst>
          <pc:docMk/>
          <pc:sldMk cId="1840433688" sldId="292"/>
        </pc:sldMkLst>
        <pc:spChg chg="mod">
          <ac:chgData name="Mariana Eliza Alves Costa" userId="S::1078276@sga.pucminas.br::c138fc88-73c0-47e1-b788-3e194ec42aa1" providerId="AD" clId="Web-{07423D7B-8F6B-B099-201C-FDD88C718713}" dt="2025-11-01T16:06:50.355" v="111" actId="14100"/>
          <ac:spMkLst>
            <pc:docMk/>
            <pc:sldMk cId="1840433688" sldId="292"/>
            <ac:spMk id="2" creationId="{90245E17-5D5B-3DC3-CE8A-3A8786695F9F}"/>
          </ac:spMkLst>
        </pc:spChg>
        <pc:spChg chg="mod">
          <ac:chgData name="Mariana Eliza Alves Costa" userId="S::1078276@sga.pucminas.br::c138fc88-73c0-47e1-b788-3e194ec42aa1" providerId="AD" clId="Web-{07423D7B-8F6B-B099-201C-FDD88C718713}" dt="2025-11-01T16:06:52.355" v="112" actId="14100"/>
          <ac:spMkLst>
            <pc:docMk/>
            <pc:sldMk cId="1840433688" sldId="292"/>
            <ac:spMk id="4" creationId="{1733F9FB-B30D-6536-0A43-BBFD67118BD1}"/>
          </ac:spMkLst>
        </pc:spChg>
      </pc:sldChg>
      <pc:sldChg chg="modSp">
        <pc:chgData name="Mariana Eliza Alves Costa" userId="S::1078276@sga.pucminas.br::c138fc88-73c0-47e1-b788-3e194ec42aa1" providerId="AD" clId="Web-{07423D7B-8F6B-B099-201C-FDD88C718713}" dt="2025-11-01T16:04:31.240" v="75" actId="1076"/>
        <pc:sldMkLst>
          <pc:docMk/>
          <pc:sldMk cId="1208357050" sldId="305"/>
        </pc:sldMkLst>
        <pc:spChg chg="mod">
          <ac:chgData name="Mariana Eliza Alves Costa" userId="S::1078276@sga.pucminas.br::c138fc88-73c0-47e1-b788-3e194ec42aa1" providerId="AD" clId="Web-{07423D7B-8F6B-B099-201C-FDD88C718713}" dt="2025-11-01T16:04:31.240" v="75" actId="1076"/>
          <ac:spMkLst>
            <pc:docMk/>
            <pc:sldMk cId="1208357050" sldId="305"/>
            <ac:spMk id="13" creationId="{118F21CF-0D0E-8AE9-EBA6-0B6461A369D9}"/>
          </ac:spMkLst>
        </pc:spChg>
      </pc:sldChg>
      <pc:sldChg chg="del">
        <pc:chgData name="Mariana Eliza Alves Costa" userId="S::1078276@sga.pucminas.br::c138fc88-73c0-47e1-b788-3e194ec42aa1" providerId="AD" clId="Web-{07423D7B-8F6B-B099-201C-FDD88C718713}" dt="2025-11-01T15:58:05.265" v="0"/>
        <pc:sldMkLst>
          <pc:docMk/>
          <pc:sldMk cId="3739848044" sldId="322"/>
        </pc:sldMkLst>
      </pc:sldChg>
      <pc:sldChg chg="addSp delSp modSp">
        <pc:chgData name="Mariana Eliza Alves Costa" userId="S::1078276@sga.pucminas.br::c138fc88-73c0-47e1-b788-3e194ec42aa1" providerId="AD" clId="Web-{07423D7B-8F6B-B099-201C-FDD88C718713}" dt="2025-11-01T16:04:20.099" v="74" actId="1076"/>
        <pc:sldMkLst>
          <pc:docMk/>
          <pc:sldMk cId="1806241483" sldId="331"/>
        </pc:sldMkLst>
        <pc:spChg chg="mod">
          <ac:chgData name="Mariana Eliza Alves Costa" userId="S::1078276@sga.pucminas.br::c138fc88-73c0-47e1-b788-3e194ec42aa1" providerId="AD" clId="Web-{07423D7B-8F6B-B099-201C-FDD88C718713}" dt="2025-11-01T16:03:38.816" v="62" actId="14100"/>
          <ac:spMkLst>
            <pc:docMk/>
            <pc:sldMk cId="1806241483" sldId="331"/>
            <ac:spMk id="2" creationId="{EC0FB31A-C3D8-51C9-BC91-6D71893894FF}"/>
          </ac:spMkLst>
        </pc:spChg>
        <pc:spChg chg="del">
          <ac:chgData name="Mariana Eliza Alves Costa" userId="S::1078276@sga.pucminas.br::c138fc88-73c0-47e1-b788-3e194ec42aa1" providerId="AD" clId="Web-{07423D7B-8F6B-B099-201C-FDD88C718713}" dt="2025-11-01T16:03:32.612" v="60"/>
          <ac:spMkLst>
            <pc:docMk/>
            <pc:sldMk cId="1806241483" sldId="331"/>
            <ac:spMk id="3" creationId="{8DDBA02F-8224-5786-D32B-8C5596ED65A8}"/>
          </ac:spMkLst>
        </pc:spChg>
        <pc:spChg chg="mod">
          <ac:chgData name="Mariana Eliza Alves Costa" userId="S::1078276@sga.pucminas.br::c138fc88-73c0-47e1-b788-3e194ec42aa1" providerId="AD" clId="Web-{07423D7B-8F6B-B099-201C-FDD88C718713}" dt="2025-11-01T16:04:20.099" v="74" actId="1076"/>
          <ac:spMkLst>
            <pc:docMk/>
            <pc:sldMk cId="1806241483" sldId="331"/>
            <ac:spMk id="5" creationId="{21F5A517-B68E-EF00-BB72-B75C112093A0}"/>
          </ac:spMkLst>
        </pc:spChg>
        <pc:spChg chg="add del mod">
          <ac:chgData name="Mariana Eliza Alves Costa" userId="S::1078276@sga.pucminas.br::c138fc88-73c0-47e1-b788-3e194ec42aa1" providerId="AD" clId="Web-{07423D7B-8F6B-B099-201C-FDD88C718713}" dt="2025-11-01T16:03:43.925" v="63"/>
          <ac:spMkLst>
            <pc:docMk/>
            <pc:sldMk cId="1806241483" sldId="331"/>
            <ac:spMk id="7" creationId="{0CF3A042-2CB2-000E-50A0-E9A21D3EC3FC}"/>
          </ac:spMkLst>
        </pc:spChg>
        <pc:picChg chg="mod">
          <ac:chgData name="Mariana Eliza Alves Costa" userId="S::1078276@sga.pucminas.br::c138fc88-73c0-47e1-b788-3e194ec42aa1" providerId="AD" clId="Web-{07423D7B-8F6B-B099-201C-FDD88C718713}" dt="2025-11-01T16:04:16.958" v="73" actId="14100"/>
          <ac:picMkLst>
            <pc:docMk/>
            <pc:sldMk cId="1806241483" sldId="331"/>
            <ac:picMk id="4" creationId="{12AB2D4F-F04E-6271-8DD5-C223782BFCD7}"/>
          </ac:picMkLst>
        </pc:picChg>
      </pc:sldChg>
      <pc:sldChg chg="addSp delSp modSp">
        <pc:chgData name="Mariana Eliza Alves Costa" userId="S::1078276@sga.pucminas.br::c138fc88-73c0-47e1-b788-3e194ec42aa1" providerId="AD" clId="Web-{07423D7B-8F6B-B099-201C-FDD88C718713}" dt="2025-11-01T16:04:45.554" v="77" actId="14100"/>
        <pc:sldMkLst>
          <pc:docMk/>
          <pc:sldMk cId="3650573770" sldId="332"/>
        </pc:sldMkLst>
        <pc:spChg chg="mod">
          <ac:chgData name="Mariana Eliza Alves Costa" userId="S::1078276@sga.pucminas.br::c138fc88-73c0-47e1-b788-3e194ec42aa1" providerId="AD" clId="Web-{07423D7B-8F6B-B099-201C-FDD88C718713}" dt="2025-11-01T16:04:45.554" v="77" actId="14100"/>
          <ac:spMkLst>
            <pc:docMk/>
            <pc:sldMk cId="3650573770" sldId="332"/>
            <ac:spMk id="2" creationId="{1FBA3142-68DA-49FF-A466-FD5467EB764A}"/>
          </ac:spMkLst>
        </pc:spChg>
        <pc:spChg chg="del">
          <ac:chgData name="Mariana Eliza Alves Costa" userId="S::1078276@sga.pucminas.br::c138fc88-73c0-47e1-b788-3e194ec42aa1" providerId="AD" clId="Web-{07423D7B-8F6B-B099-201C-FDD88C718713}" dt="2025-11-01T16:01:33.589" v="26"/>
          <ac:spMkLst>
            <pc:docMk/>
            <pc:sldMk cId="3650573770" sldId="332"/>
            <ac:spMk id="3" creationId="{869D5A42-9579-5A57-30CC-FB42B2FFEEA6}"/>
          </ac:spMkLst>
        </pc:spChg>
        <pc:spChg chg="add del mod">
          <ac:chgData name="Mariana Eliza Alves Costa" userId="S::1078276@sga.pucminas.br::c138fc88-73c0-47e1-b788-3e194ec42aa1" providerId="AD" clId="Web-{07423D7B-8F6B-B099-201C-FDD88C718713}" dt="2025-11-01T16:01:48.621" v="35"/>
          <ac:spMkLst>
            <pc:docMk/>
            <pc:sldMk cId="3650573770" sldId="332"/>
            <ac:spMk id="5" creationId="{C3B0F061-048B-1FAF-3ED5-5F9132C7B6CA}"/>
          </ac:spMkLst>
        </pc:spChg>
        <pc:spChg chg="mod">
          <ac:chgData name="Mariana Eliza Alves Costa" userId="S::1078276@sga.pucminas.br::c138fc88-73c0-47e1-b788-3e194ec42aa1" providerId="AD" clId="Web-{07423D7B-8F6B-B099-201C-FDD88C718713}" dt="2025-11-01T16:03:05.970" v="51" actId="1076"/>
          <ac:spMkLst>
            <pc:docMk/>
            <pc:sldMk cId="3650573770" sldId="332"/>
            <ac:spMk id="8" creationId="{26195160-FF97-D788-C9FE-852E4F2526B8}"/>
          </ac:spMkLst>
        </pc:spChg>
        <pc:picChg chg="mod">
          <ac:chgData name="Mariana Eliza Alves Costa" userId="S::1078276@sga.pucminas.br::c138fc88-73c0-47e1-b788-3e194ec42aa1" providerId="AD" clId="Web-{07423D7B-8F6B-B099-201C-FDD88C718713}" dt="2025-11-01T16:02:59.970" v="50" actId="14100"/>
          <ac:picMkLst>
            <pc:docMk/>
            <pc:sldMk cId="3650573770" sldId="332"/>
            <ac:picMk id="6" creationId="{945FE8F2-B43D-00F2-7FF7-E270D1B7DBF1}"/>
          </ac:picMkLst>
        </pc:picChg>
      </pc:sldChg>
      <pc:sldChg chg="addSp delSp modSp">
        <pc:chgData name="Mariana Eliza Alves Costa" userId="S::1078276@sga.pucminas.br::c138fc88-73c0-47e1-b788-3e194ec42aa1" providerId="AD" clId="Web-{07423D7B-8F6B-B099-201C-FDD88C718713}" dt="2025-11-01T16:05:17.586" v="85" actId="14100"/>
        <pc:sldMkLst>
          <pc:docMk/>
          <pc:sldMk cId="1075425375" sldId="333"/>
        </pc:sldMkLst>
        <pc:spChg chg="mod">
          <ac:chgData name="Mariana Eliza Alves Costa" userId="S::1078276@sga.pucminas.br::c138fc88-73c0-47e1-b788-3e194ec42aa1" providerId="AD" clId="Web-{07423D7B-8F6B-B099-201C-FDD88C718713}" dt="2025-11-01T16:02:28.077" v="46" actId="20577"/>
          <ac:spMkLst>
            <pc:docMk/>
            <pc:sldMk cId="1075425375" sldId="333"/>
            <ac:spMk id="2" creationId="{EF086E9C-1E18-C919-CACC-35F02C4FA1C6}"/>
          </ac:spMkLst>
        </pc:spChg>
        <pc:spChg chg="del">
          <ac:chgData name="Mariana Eliza Alves Costa" userId="S::1078276@sga.pucminas.br::c138fc88-73c0-47e1-b788-3e194ec42aa1" providerId="AD" clId="Web-{07423D7B-8F6B-B099-201C-FDD88C718713}" dt="2025-11-01T16:00:20.035" v="10"/>
          <ac:spMkLst>
            <pc:docMk/>
            <pc:sldMk cId="1075425375" sldId="333"/>
            <ac:spMk id="3" creationId="{3769A607-97E4-C4E8-8C4F-1ECDE8A27166}"/>
          </ac:spMkLst>
        </pc:spChg>
        <pc:spChg chg="add del mod">
          <ac:chgData name="Mariana Eliza Alves Costa" userId="S::1078276@sga.pucminas.br::c138fc88-73c0-47e1-b788-3e194ec42aa1" providerId="AD" clId="Web-{07423D7B-8F6B-B099-201C-FDD88C718713}" dt="2025-11-01T16:00:22.895" v="11"/>
          <ac:spMkLst>
            <pc:docMk/>
            <pc:sldMk cId="1075425375" sldId="333"/>
            <ac:spMk id="5" creationId="{9DD56F39-4DA2-FD96-DAE3-1D3B4687CE45}"/>
          </ac:spMkLst>
        </pc:spChg>
        <pc:spChg chg="mod">
          <ac:chgData name="Mariana Eliza Alves Costa" userId="S::1078276@sga.pucminas.br::c138fc88-73c0-47e1-b788-3e194ec42aa1" providerId="AD" clId="Web-{07423D7B-8F6B-B099-201C-FDD88C718713}" dt="2025-11-01T16:05:17.586" v="85" actId="14100"/>
          <ac:spMkLst>
            <pc:docMk/>
            <pc:sldMk cId="1075425375" sldId="333"/>
            <ac:spMk id="6" creationId="{12DB84B8-2520-1B8A-04A5-BBE5B55EC9E8}"/>
          </ac:spMkLst>
        </pc:spChg>
        <pc:spChg chg="mod">
          <ac:chgData name="Mariana Eliza Alves Costa" userId="S::1078276@sga.pucminas.br::c138fc88-73c0-47e1-b788-3e194ec42aa1" providerId="AD" clId="Web-{07423D7B-8F6B-B099-201C-FDD88C718713}" dt="2025-11-01T16:05:10.992" v="83" actId="14100"/>
          <ac:spMkLst>
            <pc:docMk/>
            <pc:sldMk cId="1075425375" sldId="333"/>
            <ac:spMk id="7" creationId="{C3B5A781-BF02-19DE-B189-F40E056ED77A}"/>
          </ac:spMkLst>
        </pc:spChg>
        <pc:picChg chg="mod">
          <ac:chgData name="Mariana Eliza Alves Costa" userId="S::1078276@sga.pucminas.br::c138fc88-73c0-47e1-b788-3e194ec42aa1" providerId="AD" clId="Web-{07423D7B-8F6B-B099-201C-FDD88C718713}" dt="2025-11-01T16:05:00.007" v="80" actId="14100"/>
          <ac:picMkLst>
            <pc:docMk/>
            <pc:sldMk cId="1075425375" sldId="333"/>
            <ac:picMk id="8" creationId="{4CBD59A1-3E0F-516B-B109-06150A69295C}"/>
          </ac:picMkLst>
        </pc:picChg>
      </pc:sldChg>
      <pc:sldChg chg="addSp delSp modSp">
        <pc:chgData name="Mariana Eliza Alves Costa" userId="S::1078276@sga.pucminas.br::c138fc88-73c0-47e1-b788-3e194ec42aa1" providerId="AD" clId="Web-{07423D7B-8F6B-B099-201C-FDD88C718713}" dt="2025-11-01T16:05:58.744" v="101" actId="14100"/>
        <pc:sldMkLst>
          <pc:docMk/>
          <pc:sldMk cId="3255919480" sldId="335"/>
        </pc:sldMkLst>
        <pc:spChg chg="mod">
          <ac:chgData name="Mariana Eliza Alves Costa" userId="S::1078276@sga.pucminas.br::c138fc88-73c0-47e1-b788-3e194ec42aa1" providerId="AD" clId="Web-{07423D7B-8F6B-B099-201C-FDD88C718713}" dt="2025-11-01T16:05:47.540" v="97" actId="14100"/>
          <ac:spMkLst>
            <pc:docMk/>
            <pc:sldMk cId="3255919480" sldId="335"/>
            <ac:spMk id="2" creationId="{9AC08D41-EE6C-B1C9-2FF0-33618EBF1558}"/>
          </ac:spMkLst>
        </pc:spChg>
        <pc:spChg chg="del">
          <ac:chgData name="Mariana Eliza Alves Costa" userId="S::1078276@sga.pucminas.br::c138fc88-73c0-47e1-b788-3e194ec42aa1" providerId="AD" clId="Web-{07423D7B-8F6B-B099-201C-FDD88C718713}" dt="2025-11-01T16:05:29.383" v="86"/>
          <ac:spMkLst>
            <pc:docMk/>
            <pc:sldMk cId="3255919480" sldId="335"/>
            <ac:spMk id="3" creationId="{EC5EE76A-E30A-D768-C993-AF240F8E8F25}"/>
          </ac:spMkLst>
        </pc:spChg>
        <pc:spChg chg="add del mod">
          <ac:chgData name="Mariana Eliza Alves Costa" userId="S::1078276@sga.pucminas.br::c138fc88-73c0-47e1-b788-3e194ec42aa1" providerId="AD" clId="Web-{07423D7B-8F6B-B099-201C-FDD88C718713}" dt="2025-11-01T16:05:50.228" v="98"/>
          <ac:spMkLst>
            <pc:docMk/>
            <pc:sldMk cId="3255919480" sldId="335"/>
            <ac:spMk id="5" creationId="{9762ADBE-9CA7-D679-232F-07013F9DC663}"/>
          </ac:spMkLst>
        </pc:spChg>
        <pc:picChg chg="mod">
          <ac:chgData name="Mariana Eliza Alves Costa" userId="S::1078276@sga.pucminas.br::c138fc88-73c0-47e1-b788-3e194ec42aa1" providerId="AD" clId="Web-{07423D7B-8F6B-B099-201C-FDD88C718713}" dt="2025-11-01T16:05:58.744" v="101" actId="14100"/>
          <ac:picMkLst>
            <pc:docMk/>
            <pc:sldMk cId="3255919480" sldId="335"/>
            <ac:picMk id="11" creationId="{4FA86092-A4B7-CACE-9FA8-D35076500709}"/>
          </ac:picMkLst>
        </pc:picChg>
      </pc:sldChg>
      <pc:sldChg chg="addSp delSp modSp">
        <pc:chgData name="Mariana Eliza Alves Costa" userId="S::1078276@sga.pucminas.br::c138fc88-73c0-47e1-b788-3e194ec42aa1" providerId="AD" clId="Web-{07423D7B-8F6B-B099-201C-FDD88C718713}" dt="2025-11-01T16:12:26.394" v="195" actId="20577"/>
        <pc:sldMkLst>
          <pc:docMk/>
          <pc:sldMk cId="690110538" sldId="336"/>
        </pc:sldMkLst>
        <pc:spChg chg="add mod">
          <ac:chgData name="Mariana Eliza Alves Costa" userId="S::1078276@sga.pucminas.br::c138fc88-73c0-47e1-b788-3e194ec42aa1" providerId="AD" clId="Web-{07423D7B-8F6B-B099-201C-FDD88C718713}" dt="2025-11-01T16:11:13.033" v="167" actId="20577"/>
          <ac:spMkLst>
            <pc:docMk/>
            <pc:sldMk cId="690110538" sldId="336"/>
            <ac:spMk id="4" creationId="{54937B15-6070-EF35-3821-1157FECF078C}"/>
          </ac:spMkLst>
        </pc:spChg>
        <pc:spChg chg="mod">
          <ac:chgData name="Mariana Eliza Alves Costa" userId="S::1078276@sga.pucminas.br::c138fc88-73c0-47e1-b788-3e194ec42aa1" providerId="AD" clId="Web-{07423D7B-8F6B-B099-201C-FDD88C718713}" dt="2025-11-01T16:09:43.594" v="134" actId="14100"/>
          <ac:spMkLst>
            <pc:docMk/>
            <pc:sldMk cId="690110538" sldId="336"/>
            <ac:spMk id="5" creationId="{C45A1435-0E33-CD4D-713D-14ACF2288C4B}"/>
          </ac:spMkLst>
        </pc:spChg>
        <pc:spChg chg="add del mod">
          <ac:chgData name="Mariana Eliza Alves Costa" userId="S::1078276@sga.pucminas.br::c138fc88-73c0-47e1-b788-3e194ec42aa1" providerId="AD" clId="Web-{07423D7B-8F6B-B099-201C-FDD88C718713}" dt="2025-11-01T16:09:57.203" v="143"/>
          <ac:spMkLst>
            <pc:docMk/>
            <pc:sldMk cId="690110538" sldId="336"/>
            <ac:spMk id="7" creationId="{B7B5C430-6805-F4BE-FF99-8B33B05BF402}"/>
          </ac:spMkLst>
        </pc:spChg>
        <pc:spChg chg="add del mod">
          <ac:chgData name="Mariana Eliza Alves Costa" userId="S::1078276@sga.pucminas.br::c138fc88-73c0-47e1-b788-3e194ec42aa1" providerId="AD" clId="Web-{07423D7B-8F6B-B099-201C-FDD88C718713}" dt="2025-11-01T16:11:35.346" v="176"/>
          <ac:spMkLst>
            <pc:docMk/>
            <pc:sldMk cId="690110538" sldId="336"/>
            <ac:spMk id="9" creationId="{2A356657-4893-49A4-FA87-51F88DF92BBB}"/>
          </ac:spMkLst>
        </pc:spChg>
        <pc:spChg chg="add mod">
          <ac:chgData name="Mariana Eliza Alves Costa" userId="S::1078276@sga.pucminas.br::c138fc88-73c0-47e1-b788-3e194ec42aa1" providerId="AD" clId="Web-{07423D7B-8F6B-B099-201C-FDD88C718713}" dt="2025-11-01T16:12:26.394" v="195" actId="20577"/>
          <ac:spMkLst>
            <pc:docMk/>
            <pc:sldMk cId="690110538" sldId="336"/>
            <ac:spMk id="10" creationId="{B826BFB2-3D4C-C65D-2A92-CF5106F1A419}"/>
          </ac:spMkLst>
        </pc:spChg>
      </pc:sldChg>
      <pc:sldChg chg="del">
        <pc:chgData name="Mariana Eliza Alves Costa" userId="S::1078276@sga.pucminas.br::c138fc88-73c0-47e1-b788-3e194ec42aa1" providerId="AD" clId="Web-{07423D7B-8F6B-B099-201C-FDD88C718713}" dt="2025-11-01T16:06:32.417" v="109"/>
        <pc:sldMkLst>
          <pc:docMk/>
          <pc:sldMk cId="3220201705" sldId="337"/>
        </pc:sldMkLst>
      </pc:sldChg>
      <pc:sldChg chg="del">
        <pc:chgData name="Mariana Eliza Alves Costa" userId="S::1078276@sga.pucminas.br::c138fc88-73c0-47e1-b788-3e194ec42aa1" providerId="AD" clId="Web-{07423D7B-8F6B-B099-201C-FDD88C718713}" dt="2025-11-01T16:06:25.526" v="108"/>
        <pc:sldMkLst>
          <pc:docMk/>
          <pc:sldMk cId="1843245491" sldId="340"/>
        </pc:sldMkLst>
      </pc:sldChg>
      <pc:sldChg chg="addSp delSp modSp add replId">
        <pc:chgData name="Mariana Eliza Alves Costa" userId="S::1078276@sga.pucminas.br::c138fc88-73c0-47e1-b788-3e194ec42aa1" providerId="AD" clId="Web-{07423D7B-8F6B-B099-201C-FDD88C718713}" dt="2025-11-01T16:06:23.870" v="107" actId="1076"/>
        <pc:sldMkLst>
          <pc:docMk/>
          <pc:sldMk cId="250735401" sldId="341"/>
        </pc:sldMkLst>
        <pc:picChg chg="add mod">
          <ac:chgData name="Mariana Eliza Alves Costa" userId="S::1078276@sga.pucminas.br::c138fc88-73c0-47e1-b788-3e194ec42aa1" providerId="AD" clId="Web-{07423D7B-8F6B-B099-201C-FDD88C718713}" dt="2025-11-01T16:06:23.870" v="107" actId="1076"/>
          <ac:picMkLst>
            <pc:docMk/>
            <pc:sldMk cId="250735401" sldId="341"/>
            <ac:picMk id="4" creationId="{07C894C1-C9C1-F736-5326-5EC9B5EF3F52}"/>
          </ac:picMkLst>
        </pc:picChg>
        <pc:picChg chg="del">
          <ac:chgData name="Mariana Eliza Alves Costa" userId="S::1078276@sga.pucminas.br::c138fc88-73c0-47e1-b788-3e194ec42aa1" providerId="AD" clId="Web-{07423D7B-8F6B-B099-201C-FDD88C718713}" dt="2025-11-01T16:06:11.682" v="103"/>
          <ac:picMkLst>
            <pc:docMk/>
            <pc:sldMk cId="250735401" sldId="341"/>
            <ac:picMk id="11" creationId="{42EC889B-EA88-6693-E486-78ACD3B739DA}"/>
          </ac:picMkLst>
        </pc:picChg>
      </pc:sldChg>
    </pc:docChg>
  </pc:docChgLst>
  <pc:docChgLst>
    <pc:chgData name="Mariana Eliza Alves Costa" userId="S::1078276@sga.pucminas.br::c138fc88-73c0-47e1-b788-3e194ec42aa1" providerId="AD" clId="Web-{552754B1-7B80-4B50-AD3E-E2EA9912DE0A}"/>
    <pc:docChg chg="addSld delSld modSld">
      <pc:chgData name="Mariana Eliza Alves Costa" userId="S::1078276@sga.pucminas.br::c138fc88-73c0-47e1-b788-3e194ec42aa1" providerId="AD" clId="Web-{552754B1-7B80-4B50-AD3E-E2EA9912DE0A}" dt="2025-11-01T18:54:22.339" v="228" actId="14100"/>
      <pc:docMkLst>
        <pc:docMk/>
      </pc:docMkLst>
      <pc:sldChg chg="modSp">
        <pc:chgData name="Mariana Eliza Alves Costa" userId="S::1078276@sga.pucminas.br::c138fc88-73c0-47e1-b788-3e194ec42aa1" providerId="AD" clId="Web-{552754B1-7B80-4B50-AD3E-E2EA9912DE0A}" dt="2025-11-01T18:41:11.631" v="69" actId="14100"/>
        <pc:sldMkLst>
          <pc:docMk/>
          <pc:sldMk cId="3402964925" sldId="266"/>
        </pc:sldMkLst>
        <pc:spChg chg="mod">
          <ac:chgData name="Mariana Eliza Alves Costa" userId="S::1078276@sga.pucminas.br::c138fc88-73c0-47e1-b788-3e194ec42aa1" providerId="AD" clId="Web-{552754B1-7B80-4B50-AD3E-E2EA9912DE0A}" dt="2025-11-01T18:41:01.709" v="66" actId="1076"/>
          <ac:spMkLst>
            <pc:docMk/>
            <pc:sldMk cId="3402964925" sldId="266"/>
            <ac:spMk id="2" creationId="{178CF4DC-4CEE-B171-2238-2B4611E2872A}"/>
          </ac:spMkLst>
        </pc:spChg>
        <pc:graphicFrameChg chg="mod">
          <ac:chgData name="Mariana Eliza Alves Costa" userId="S::1078276@sga.pucminas.br::c138fc88-73c0-47e1-b788-3e194ec42aa1" providerId="AD" clId="Web-{552754B1-7B80-4B50-AD3E-E2EA9912DE0A}" dt="2025-11-01T18:41:11.631" v="69" actId="14100"/>
          <ac:graphicFrameMkLst>
            <pc:docMk/>
            <pc:sldMk cId="3402964925" sldId="266"/>
            <ac:graphicFrameMk id="19" creationId="{ECB2574A-A42B-5300-7D45-082D3B62DCAB}"/>
          </ac:graphicFrameMkLst>
        </pc:graphicFrameChg>
      </pc:sldChg>
      <pc:sldChg chg="addSp delSp modSp">
        <pc:chgData name="Mariana Eliza Alves Costa" userId="S::1078276@sga.pucminas.br::c138fc88-73c0-47e1-b788-3e194ec42aa1" providerId="AD" clId="Web-{552754B1-7B80-4B50-AD3E-E2EA9912DE0A}" dt="2025-11-01T18:40:41.927" v="65" actId="14100"/>
        <pc:sldMkLst>
          <pc:docMk/>
          <pc:sldMk cId="3894047674" sldId="268"/>
        </pc:sldMkLst>
        <pc:spChg chg="mod">
          <ac:chgData name="Mariana Eliza Alves Costa" userId="S::1078276@sga.pucminas.br::c138fc88-73c0-47e1-b788-3e194ec42aa1" providerId="AD" clId="Web-{552754B1-7B80-4B50-AD3E-E2EA9912DE0A}" dt="2025-11-01T18:40:41.927" v="65" actId="14100"/>
          <ac:spMkLst>
            <pc:docMk/>
            <pc:sldMk cId="3894047674" sldId="268"/>
            <ac:spMk id="2" creationId="{16F952DD-5DED-7590-09C4-5645A244B6D6}"/>
          </ac:spMkLst>
        </pc:spChg>
        <pc:spChg chg="mod">
          <ac:chgData name="Mariana Eliza Alves Costa" userId="S::1078276@sga.pucminas.br::c138fc88-73c0-47e1-b788-3e194ec42aa1" providerId="AD" clId="Web-{552754B1-7B80-4B50-AD3E-E2EA9912DE0A}" dt="2025-11-01T18:40:19.051" v="58" actId="20577"/>
          <ac:spMkLst>
            <pc:docMk/>
            <pc:sldMk cId="3894047674" sldId="268"/>
            <ac:spMk id="3" creationId="{F6CDC565-8D8F-7065-0B41-E1311A5EB6DB}"/>
          </ac:spMkLst>
        </pc:spChg>
        <pc:spChg chg="del">
          <ac:chgData name="Mariana Eliza Alves Costa" userId="S::1078276@sga.pucminas.br::c138fc88-73c0-47e1-b788-3e194ec42aa1" providerId="AD" clId="Web-{552754B1-7B80-4B50-AD3E-E2EA9912DE0A}" dt="2025-11-01T18:39:23.642" v="16"/>
          <ac:spMkLst>
            <pc:docMk/>
            <pc:sldMk cId="3894047674" sldId="268"/>
            <ac:spMk id="13" creationId="{19F9BF86-FE94-4517-B97D-026C7515E589}"/>
          </ac:spMkLst>
        </pc:spChg>
        <pc:spChg chg="add">
          <ac:chgData name="Mariana Eliza Alves Costa" userId="S::1078276@sga.pucminas.br::c138fc88-73c0-47e1-b788-3e194ec42aa1" providerId="AD" clId="Web-{552754B1-7B80-4B50-AD3E-E2EA9912DE0A}" dt="2025-11-01T18:39:23.642" v="16"/>
          <ac:spMkLst>
            <pc:docMk/>
            <pc:sldMk cId="3894047674" sldId="268"/>
            <ac:spMk id="20" creationId="{406BD704-01C2-4341-B99A-116CC7EC56EF}"/>
          </ac:spMkLst>
        </pc:spChg>
        <pc:spChg chg="add">
          <ac:chgData name="Mariana Eliza Alves Costa" userId="S::1078276@sga.pucminas.br::c138fc88-73c0-47e1-b788-3e194ec42aa1" providerId="AD" clId="Web-{552754B1-7B80-4B50-AD3E-E2EA9912DE0A}" dt="2025-11-01T18:39:23.642" v="16"/>
          <ac:spMkLst>
            <pc:docMk/>
            <pc:sldMk cId="3894047674" sldId="268"/>
            <ac:spMk id="22" creationId="{0225C01B-A296-4FAA-AA46-794F27DF6934}"/>
          </ac:spMkLst>
        </pc:spChg>
        <pc:picChg chg="mod ord">
          <ac:chgData name="Mariana Eliza Alves Costa" userId="S::1078276@sga.pucminas.br::c138fc88-73c0-47e1-b788-3e194ec42aa1" providerId="AD" clId="Web-{552754B1-7B80-4B50-AD3E-E2EA9912DE0A}" dt="2025-11-01T18:39:23.642" v="16"/>
          <ac:picMkLst>
            <pc:docMk/>
            <pc:sldMk cId="3894047674" sldId="268"/>
            <ac:picMk id="6" creationId="{4686E580-D837-3472-25C2-75524CE6AD61}"/>
          </ac:picMkLst>
        </pc:picChg>
        <pc:cxnChg chg="del">
          <ac:chgData name="Mariana Eliza Alves Costa" userId="S::1078276@sga.pucminas.br::c138fc88-73c0-47e1-b788-3e194ec42aa1" providerId="AD" clId="Web-{552754B1-7B80-4B50-AD3E-E2EA9912DE0A}" dt="2025-11-01T18:39:23.642" v="16"/>
          <ac:cxnSpMkLst>
            <pc:docMk/>
            <pc:sldMk cId="3894047674" sldId="268"/>
            <ac:cxnSpMk id="11" creationId="{118E06E4-607B-144B-382B-AD3D06B1EE8C}"/>
          </ac:cxnSpMkLst>
        </pc:cxnChg>
        <pc:cxnChg chg="del">
          <ac:chgData name="Mariana Eliza Alves Costa" userId="S::1078276@sga.pucminas.br::c138fc88-73c0-47e1-b788-3e194ec42aa1" providerId="AD" clId="Web-{552754B1-7B80-4B50-AD3E-E2EA9912DE0A}" dt="2025-11-01T18:39:23.642" v="16"/>
          <ac:cxnSpMkLst>
            <pc:docMk/>
            <pc:sldMk cId="3894047674" sldId="268"/>
            <ac:cxnSpMk id="15" creationId="{6CA391F1-4B2C-521B-F6A5-52C74B30349D}"/>
          </ac:cxnSpMkLst>
        </pc:cxnChg>
        <pc:cxnChg chg="add">
          <ac:chgData name="Mariana Eliza Alves Costa" userId="S::1078276@sga.pucminas.br::c138fc88-73c0-47e1-b788-3e194ec42aa1" providerId="AD" clId="Web-{552754B1-7B80-4B50-AD3E-E2EA9912DE0A}" dt="2025-11-01T18:39:23.642" v="16"/>
          <ac:cxnSpMkLst>
            <pc:docMk/>
            <pc:sldMk cId="3894047674" sldId="268"/>
            <ac:cxnSpMk id="24" creationId="{62713E66-598D-4B8A-9D2A-67C7AF46EF11}"/>
          </ac:cxnSpMkLst>
        </pc:cxnChg>
      </pc:sldChg>
      <pc:sldChg chg="addSp delSp modSp">
        <pc:chgData name="Mariana Eliza Alves Costa" userId="S::1078276@sga.pucminas.br::c138fc88-73c0-47e1-b788-3e194ec42aa1" providerId="AD" clId="Web-{552754B1-7B80-4B50-AD3E-E2EA9912DE0A}" dt="2025-11-01T18:52:14.511" v="200" actId="14100"/>
        <pc:sldMkLst>
          <pc:docMk/>
          <pc:sldMk cId="206395105" sldId="271"/>
        </pc:sldMkLst>
        <pc:spChg chg="mod">
          <ac:chgData name="Mariana Eliza Alves Costa" userId="S::1078276@sga.pucminas.br::c138fc88-73c0-47e1-b788-3e194ec42aa1" providerId="AD" clId="Web-{552754B1-7B80-4B50-AD3E-E2EA9912DE0A}" dt="2025-11-01T18:46:58.931" v="150"/>
          <ac:spMkLst>
            <pc:docMk/>
            <pc:sldMk cId="206395105" sldId="271"/>
            <ac:spMk id="2" creationId="{07D73D74-F1D9-9B31-394B-1F225B4ABF8B}"/>
          </ac:spMkLst>
        </pc:spChg>
        <pc:spChg chg="add del mod">
          <ac:chgData name="Mariana Eliza Alves Costa" userId="S::1078276@sga.pucminas.br::c138fc88-73c0-47e1-b788-3e194ec42aa1" providerId="AD" clId="Web-{552754B1-7B80-4B50-AD3E-E2EA9912DE0A}" dt="2025-11-01T18:46:42.884" v="149"/>
          <ac:spMkLst>
            <pc:docMk/>
            <pc:sldMk cId="206395105" sldId="271"/>
            <ac:spMk id="184" creationId="{DABB0FA9-C46D-CB6B-4D76-88F566456C60}"/>
          </ac:spMkLst>
        </pc:spChg>
        <pc:spChg chg="add del">
          <ac:chgData name="Mariana Eliza Alves Costa" userId="S::1078276@sga.pucminas.br::c138fc88-73c0-47e1-b788-3e194ec42aa1" providerId="AD" clId="Web-{552754B1-7B80-4B50-AD3E-E2EA9912DE0A}" dt="2025-11-01T18:46:58.931" v="150"/>
          <ac:spMkLst>
            <pc:docMk/>
            <pc:sldMk cId="206395105" sldId="271"/>
            <ac:spMk id="190" creationId="{A637580D-1176-4083-A9A1-BD8ED08996EC}"/>
          </ac:spMkLst>
        </pc:spChg>
        <pc:spChg chg="add">
          <ac:chgData name="Mariana Eliza Alves Costa" userId="S::1078276@sga.pucminas.br::c138fc88-73c0-47e1-b788-3e194ec42aa1" providerId="AD" clId="Web-{552754B1-7B80-4B50-AD3E-E2EA9912DE0A}" dt="2025-11-01T18:46:58.931" v="150"/>
          <ac:spMkLst>
            <pc:docMk/>
            <pc:sldMk cId="206395105" sldId="271"/>
            <ac:spMk id="197" creationId="{063F27BC-7079-4FF7-8F7C-ABC82FA3C247}"/>
          </ac:spMkLst>
        </pc:spChg>
        <pc:graphicFrameChg chg="del modGraphic">
          <ac:chgData name="Mariana Eliza Alves Costa" userId="S::1078276@sga.pucminas.br::c138fc88-73c0-47e1-b788-3e194ec42aa1" providerId="AD" clId="Web-{552754B1-7B80-4B50-AD3E-E2EA9912DE0A}" dt="2025-11-01T18:46:14.635" v="143"/>
          <ac:graphicFrameMkLst>
            <pc:docMk/>
            <pc:sldMk cId="206395105" sldId="271"/>
            <ac:graphicFrameMk id="7" creationId="{638C57C5-D517-A75E-0E5B-DCFEA6DB8013}"/>
          </ac:graphicFrameMkLst>
        </pc:graphicFrameChg>
        <pc:graphicFrameChg chg="add mod modGraphic">
          <ac:chgData name="Mariana Eliza Alves Costa" userId="S::1078276@sga.pucminas.br::c138fc88-73c0-47e1-b788-3e194ec42aa1" providerId="AD" clId="Web-{552754B1-7B80-4B50-AD3E-E2EA9912DE0A}" dt="2025-11-01T18:52:14.511" v="200" actId="14100"/>
          <ac:graphicFrameMkLst>
            <pc:docMk/>
            <pc:sldMk cId="206395105" sldId="271"/>
            <ac:graphicFrameMk id="186" creationId="{592B9FD0-5EFB-3F63-AC5C-84F50DD1466F}"/>
          </ac:graphicFrameMkLst>
        </pc:graphicFrameChg>
        <pc:cxnChg chg="add del">
          <ac:chgData name="Mariana Eliza Alves Costa" userId="S::1078276@sga.pucminas.br::c138fc88-73c0-47e1-b788-3e194ec42aa1" providerId="AD" clId="Web-{552754B1-7B80-4B50-AD3E-E2EA9912DE0A}" dt="2025-11-01T18:46:58.931" v="150"/>
          <ac:cxnSpMkLst>
            <pc:docMk/>
            <pc:sldMk cId="206395105" sldId="271"/>
            <ac:cxnSpMk id="192" creationId="{B9C96FDC-E4C2-7D8A-44BA-572E7CD9E899}"/>
          </ac:cxnSpMkLst>
        </pc:cxnChg>
        <pc:cxnChg chg="add">
          <ac:chgData name="Mariana Eliza Alves Costa" userId="S::1078276@sga.pucminas.br::c138fc88-73c0-47e1-b788-3e194ec42aa1" providerId="AD" clId="Web-{552754B1-7B80-4B50-AD3E-E2EA9912DE0A}" dt="2025-11-01T18:46:58.931" v="150"/>
          <ac:cxnSpMkLst>
            <pc:docMk/>
            <pc:sldMk cId="206395105" sldId="271"/>
            <ac:cxnSpMk id="199" creationId="{9B5F4E67-4DB9-8422-13E5-B36FD48EC4D4}"/>
          </ac:cxnSpMkLst>
        </pc:cxnChg>
      </pc:sldChg>
      <pc:sldChg chg="delSp modSp">
        <pc:chgData name="Mariana Eliza Alves Costa" userId="S::1078276@sga.pucminas.br::c138fc88-73c0-47e1-b788-3e194ec42aa1" providerId="AD" clId="Web-{552754B1-7B80-4B50-AD3E-E2EA9912DE0A}" dt="2025-11-01T18:45:45.697" v="142" actId="1076"/>
        <pc:sldMkLst>
          <pc:docMk/>
          <pc:sldMk cId="794129926" sldId="321"/>
        </pc:sldMkLst>
        <pc:spChg chg="mod">
          <ac:chgData name="Mariana Eliza Alves Costa" userId="S::1078276@sga.pucminas.br::c138fc88-73c0-47e1-b788-3e194ec42aa1" providerId="AD" clId="Web-{552754B1-7B80-4B50-AD3E-E2EA9912DE0A}" dt="2025-11-01T18:42:18.868" v="112" actId="20577"/>
          <ac:spMkLst>
            <pc:docMk/>
            <pc:sldMk cId="794129926" sldId="321"/>
            <ac:spMk id="3" creationId="{3C619508-8EAB-B70C-B195-01C17BEA06B6}"/>
          </ac:spMkLst>
        </pc:spChg>
        <pc:spChg chg="mod">
          <ac:chgData name="Mariana Eliza Alves Costa" userId="S::1078276@sga.pucminas.br::c138fc88-73c0-47e1-b788-3e194ec42aa1" providerId="AD" clId="Web-{552754B1-7B80-4B50-AD3E-E2EA9912DE0A}" dt="2025-11-01T18:45:31.041" v="138"/>
          <ac:spMkLst>
            <pc:docMk/>
            <pc:sldMk cId="794129926" sldId="321"/>
            <ac:spMk id="204" creationId="{18DD987A-8DF1-F7E6-B192-A344E6C6C83C}"/>
          </ac:spMkLst>
        </pc:spChg>
        <pc:graphicFrameChg chg="mod">
          <ac:chgData name="Mariana Eliza Alves Costa" userId="S::1078276@sga.pucminas.br::c138fc88-73c0-47e1-b788-3e194ec42aa1" providerId="AD" clId="Web-{552754B1-7B80-4B50-AD3E-E2EA9912DE0A}" dt="2025-11-01T18:45:45.697" v="142" actId="1076"/>
          <ac:graphicFrameMkLst>
            <pc:docMk/>
            <pc:sldMk cId="794129926" sldId="321"/>
            <ac:graphicFrameMk id="5" creationId="{3A548931-A9C9-4B8C-309D-6B68FE78F76D}"/>
          </ac:graphicFrameMkLst>
        </pc:graphicFrameChg>
        <pc:graphicFrameChg chg="del modGraphic">
          <ac:chgData name="Mariana Eliza Alves Costa" userId="S::1078276@sga.pucminas.br::c138fc88-73c0-47e1-b788-3e194ec42aa1" providerId="AD" clId="Web-{552754B1-7B80-4B50-AD3E-E2EA9912DE0A}" dt="2025-11-01T18:45:25.479" v="136"/>
          <ac:graphicFrameMkLst>
            <pc:docMk/>
            <pc:sldMk cId="794129926" sldId="321"/>
            <ac:graphicFrameMk id="244" creationId="{CC72B117-52FA-0071-42C2-8308B2EB58A6}"/>
          </ac:graphicFrameMkLst>
        </pc:graphicFrameChg>
      </pc:sldChg>
      <pc:sldChg chg="addSp delSp modSp add del">
        <pc:chgData name="Mariana Eliza Alves Costa" userId="S::1078276@sga.pucminas.br::c138fc88-73c0-47e1-b788-3e194ec42aa1" providerId="AD" clId="Web-{552754B1-7B80-4B50-AD3E-E2EA9912DE0A}" dt="2025-11-01T18:52:01.448" v="197"/>
        <pc:sldMkLst>
          <pc:docMk/>
          <pc:sldMk cId="2591634584" sldId="343"/>
        </pc:sldMkLst>
        <pc:spChg chg="mod">
          <ac:chgData name="Mariana Eliza Alves Costa" userId="S::1078276@sga.pucminas.br::c138fc88-73c0-47e1-b788-3e194ec42aa1" providerId="AD" clId="Web-{552754B1-7B80-4B50-AD3E-E2EA9912DE0A}" dt="2025-11-01T18:50:46.478" v="189"/>
          <ac:spMkLst>
            <pc:docMk/>
            <pc:sldMk cId="2591634584" sldId="343"/>
            <ac:spMk id="2" creationId="{C2A821AC-09C2-9F65-4E20-FE2B5344F375}"/>
          </ac:spMkLst>
        </pc:spChg>
        <pc:spChg chg="del mod">
          <ac:chgData name="Mariana Eliza Alves Costa" userId="S::1078276@sga.pucminas.br::c138fc88-73c0-47e1-b788-3e194ec42aa1" providerId="AD" clId="Web-{552754B1-7B80-4B50-AD3E-E2EA9912DE0A}" dt="2025-11-01T18:50:46.478" v="189"/>
          <ac:spMkLst>
            <pc:docMk/>
            <pc:sldMk cId="2591634584" sldId="343"/>
            <ac:spMk id="3" creationId="{57BCB7FC-1802-6583-EB0B-2EFFEA855908}"/>
          </ac:spMkLst>
        </pc:spChg>
        <pc:spChg chg="add del">
          <ac:chgData name="Mariana Eliza Alves Costa" userId="S::1078276@sga.pucminas.br::c138fc88-73c0-47e1-b788-3e194ec42aa1" providerId="AD" clId="Web-{552754B1-7B80-4B50-AD3E-E2EA9912DE0A}" dt="2025-11-01T18:51:17.588" v="192"/>
          <ac:spMkLst>
            <pc:docMk/>
            <pc:sldMk cId="2591634584" sldId="343"/>
            <ac:spMk id="6" creationId="{DBDA151C-5770-45E4-AAFF-59E7F403866D}"/>
          </ac:spMkLst>
        </pc:spChg>
        <pc:spChg chg="add del">
          <ac:chgData name="Mariana Eliza Alves Costa" userId="S::1078276@sga.pucminas.br::c138fc88-73c0-47e1-b788-3e194ec42aa1" providerId="AD" clId="Web-{552754B1-7B80-4B50-AD3E-E2EA9912DE0A}" dt="2025-11-01T18:49:55.868" v="169"/>
          <ac:spMkLst>
            <pc:docMk/>
            <pc:sldMk cId="2591634584" sldId="343"/>
            <ac:spMk id="9" creationId="{744CAA32-F237-419C-A2DD-43C28D920D3C}"/>
          </ac:spMkLst>
        </pc:spChg>
        <pc:spChg chg="add">
          <ac:chgData name="Mariana Eliza Alves Costa" userId="S::1078276@sga.pucminas.br::c138fc88-73c0-47e1-b788-3e194ec42aa1" providerId="AD" clId="Web-{552754B1-7B80-4B50-AD3E-E2EA9912DE0A}" dt="2025-11-01T18:51:17.588" v="192"/>
          <ac:spMkLst>
            <pc:docMk/>
            <pc:sldMk cId="2591634584" sldId="343"/>
            <ac:spMk id="13" creationId="{DBDA151C-5770-45E4-AAFF-59E7F403866D}"/>
          </ac:spMkLst>
        </pc:spChg>
        <pc:graphicFrameChg chg="add mod modGraphic">
          <ac:chgData name="Mariana Eliza Alves Costa" userId="S::1078276@sga.pucminas.br::c138fc88-73c0-47e1-b788-3e194ec42aa1" providerId="AD" clId="Web-{552754B1-7B80-4B50-AD3E-E2EA9912DE0A}" dt="2025-11-01T18:51:17.588" v="192"/>
          <ac:graphicFrameMkLst>
            <pc:docMk/>
            <pc:sldMk cId="2591634584" sldId="343"/>
            <ac:graphicFrameMk id="8" creationId="{6C1A90E9-0A77-502F-260F-A2E4E3DD9629}"/>
          </ac:graphicFrameMkLst>
        </pc:graphicFrameChg>
        <pc:picChg chg="add del">
          <ac:chgData name="Mariana Eliza Alves Costa" userId="S::1078276@sga.pucminas.br::c138fc88-73c0-47e1-b788-3e194ec42aa1" providerId="AD" clId="Web-{552754B1-7B80-4B50-AD3E-E2EA9912DE0A}" dt="2025-11-01T18:49:55.868" v="169"/>
          <ac:picMkLst>
            <pc:docMk/>
            <pc:sldMk cId="2591634584" sldId="343"/>
            <ac:picMk id="5" creationId="{771E9DB3-8E0B-4330-54D9-276C1A474689}"/>
          </ac:picMkLst>
        </pc:picChg>
        <pc:cxnChg chg="add del">
          <ac:chgData name="Mariana Eliza Alves Costa" userId="S::1078276@sga.pucminas.br::c138fc88-73c0-47e1-b788-3e194ec42aa1" providerId="AD" clId="Web-{552754B1-7B80-4B50-AD3E-E2EA9912DE0A}" dt="2025-11-01T18:51:17.588" v="192"/>
          <ac:cxnSpMkLst>
            <pc:docMk/>
            <pc:sldMk cId="2591634584" sldId="343"/>
            <ac:cxnSpMk id="7" creationId="{E62D3963-2153-4637-96E6-E31BD2CE5D0D}"/>
          </ac:cxnSpMkLst>
        </pc:cxnChg>
        <pc:cxnChg chg="add del">
          <ac:chgData name="Mariana Eliza Alves Costa" userId="S::1078276@sga.pucminas.br::c138fc88-73c0-47e1-b788-3e194ec42aa1" providerId="AD" clId="Web-{552754B1-7B80-4B50-AD3E-E2EA9912DE0A}" dt="2025-11-01T18:49:55.868" v="169"/>
          <ac:cxnSpMkLst>
            <pc:docMk/>
            <pc:sldMk cId="2591634584" sldId="343"/>
            <ac:cxnSpMk id="11" creationId="{753FE100-D0AB-4AE2-824B-60CFA31EC6A2}"/>
          </ac:cxnSpMkLst>
        </pc:cxnChg>
        <pc:cxnChg chg="add">
          <ac:chgData name="Mariana Eliza Alves Costa" userId="S::1078276@sga.pucminas.br::c138fc88-73c0-47e1-b788-3e194ec42aa1" providerId="AD" clId="Web-{552754B1-7B80-4B50-AD3E-E2EA9912DE0A}" dt="2025-11-01T18:51:17.588" v="192"/>
          <ac:cxnSpMkLst>
            <pc:docMk/>
            <pc:sldMk cId="2591634584" sldId="343"/>
            <ac:cxnSpMk id="15" creationId="{E62D3963-2153-4637-96E6-E31BD2CE5D0D}"/>
          </ac:cxnSpMkLst>
        </pc:cxnChg>
      </pc:sldChg>
      <pc:sldChg chg="addSp delSp modSp add replId">
        <pc:chgData name="Mariana Eliza Alves Costa" userId="S::1078276@sga.pucminas.br::c138fc88-73c0-47e1-b788-3e194ec42aa1" providerId="AD" clId="Web-{552754B1-7B80-4B50-AD3E-E2EA9912DE0A}" dt="2025-11-01T18:54:22.339" v="228" actId="14100"/>
        <pc:sldMkLst>
          <pc:docMk/>
          <pc:sldMk cId="1688012662" sldId="344"/>
        </pc:sldMkLst>
        <pc:spChg chg="mod">
          <ac:chgData name="Mariana Eliza Alves Costa" userId="S::1078276@sga.pucminas.br::c138fc88-73c0-47e1-b788-3e194ec42aa1" providerId="AD" clId="Web-{552754B1-7B80-4B50-AD3E-E2EA9912DE0A}" dt="2025-11-01T18:51:42.339" v="194" actId="20577"/>
          <ac:spMkLst>
            <pc:docMk/>
            <pc:sldMk cId="1688012662" sldId="344"/>
            <ac:spMk id="13" creationId="{CD61E048-9943-2410-488A-EA6888E84195}"/>
          </ac:spMkLst>
        </pc:spChg>
        <pc:graphicFrameChg chg="del">
          <ac:chgData name="Mariana Eliza Alves Costa" userId="S::1078276@sga.pucminas.br::c138fc88-73c0-47e1-b788-3e194ec42aa1" providerId="AD" clId="Web-{552754B1-7B80-4B50-AD3E-E2EA9912DE0A}" dt="2025-11-01T18:51:55.245" v="195"/>
          <ac:graphicFrameMkLst>
            <pc:docMk/>
            <pc:sldMk cId="1688012662" sldId="344"/>
            <ac:graphicFrameMk id="3" creationId="{FF55EEF0-64FA-A898-513E-E9ADBAD11305}"/>
          </ac:graphicFrameMkLst>
        </pc:graphicFrameChg>
        <pc:graphicFrameChg chg="add mod modGraphic">
          <ac:chgData name="Mariana Eliza Alves Costa" userId="S::1078276@sga.pucminas.br::c138fc88-73c0-47e1-b788-3e194ec42aa1" providerId="AD" clId="Web-{552754B1-7B80-4B50-AD3E-E2EA9912DE0A}" dt="2025-11-01T18:54:22.339" v="228" actId="14100"/>
          <ac:graphicFrameMkLst>
            <pc:docMk/>
            <pc:sldMk cId="1688012662" sldId="344"/>
            <ac:graphicFrameMk id="4" creationId="{00D3CDCC-7C12-F470-05CF-F077AD74EF7E}"/>
          </ac:graphicFrameMkLst>
        </pc:graphicFrame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BD776F-3ECF-4A6D-B206-6B8943728830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69C6ECF-A986-4292-BF24-29C144F93C28}">
      <dgm:prSet/>
      <dgm:spPr/>
      <dgm:t>
        <a:bodyPr/>
        <a:lstStyle/>
        <a:p>
          <a:r>
            <a:rPr lang="pt-BR"/>
            <a:t>Etapa 1. Seleção dos Jogos </a:t>
          </a:r>
          <a:endParaRPr lang="en-US"/>
        </a:p>
      </dgm:t>
    </dgm:pt>
    <dgm:pt modelId="{838CC7B8-73F9-423C-901E-8C29C1799210}" type="parTrans" cxnId="{0537176D-912D-49DC-8D01-DDF0B63BD8F9}">
      <dgm:prSet/>
      <dgm:spPr/>
      <dgm:t>
        <a:bodyPr/>
        <a:lstStyle/>
        <a:p>
          <a:endParaRPr lang="en-US"/>
        </a:p>
      </dgm:t>
    </dgm:pt>
    <dgm:pt modelId="{D5A9B161-DF39-44F1-A7EA-B4D9D6CF2EC8}" type="sibTrans" cxnId="{0537176D-912D-49DC-8D01-DDF0B63BD8F9}">
      <dgm:prSet/>
      <dgm:spPr/>
      <dgm:t>
        <a:bodyPr/>
        <a:lstStyle/>
        <a:p>
          <a:endParaRPr lang="en-US"/>
        </a:p>
      </dgm:t>
    </dgm:pt>
    <dgm:pt modelId="{344DF9EF-8AA0-4478-A264-0B7A62358D63}">
      <dgm:prSet/>
      <dgm:spPr/>
      <dgm:t>
        <a:bodyPr/>
        <a:lstStyle/>
        <a:p>
          <a:r>
            <a:rPr lang="pt-BR"/>
            <a:t>Etapa  2. Coleta de Dados   </a:t>
          </a:r>
          <a:endParaRPr lang="en-US"/>
        </a:p>
      </dgm:t>
    </dgm:pt>
    <dgm:pt modelId="{DD108EA8-936B-489F-8C38-349CE8D47664}" type="parTrans" cxnId="{DAB4A47A-0DF4-419E-A313-5D85D99FC388}">
      <dgm:prSet/>
      <dgm:spPr/>
      <dgm:t>
        <a:bodyPr/>
        <a:lstStyle/>
        <a:p>
          <a:endParaRPr lang="en-US"/>
        </a:p>
      </dgm:t>
    </dgm:pt>
    <dgm:pt modelId="{3507C9E2-F72B-462F-B0BE-8B1E5E025AB1}" type="sibTrans" cxnId="{DAB4A47A-0DF4-419E-A313-5D85D99FC388}">
      <dgm:prSet/>
      <dgm:spPr/>
      <dgm:t>
        <a:bodyPr/>
        <a:lstStyle/>
        <a:p>
          <a:endParaRPr lang="en-US"/>
        </a:p>
      </dgm:t>
    </dgm:pt>
    <dgm:pt modelId="{91DCAFA6-3AEF-4593-AE3A-0276B860498F}">
      <dgm:prSet/>
      <dgm:spPr/>
      <dgm:t>
        <a:bodyPr/>
        <a:lstStyle/>
        <a:p>
          <a:r>
            <a:rPr lang="pt-BR"/>
            <a:t>Etapa  3. Processamento e Classificação dos Dados </a:t>
          </a:r>
          <a:endParaRPr lang="en-US"/>
        </a:p>
      </dgm:t>
    </dgm:pt>
    <dgm:pt modelId="{C1279583-7141-4141-827C-DB4D13555100}" type="parTrans" cxnId="{E428B312-91EB-427A-8029-FF525741C256}">
      <dgm:prSet/>
      <dgm:spPr/>
      <dgm:t>
        <a:bodyPr/>
        <a:lstStyle/>
        <a:p>
          <a:endParaRPr lang="en-US"/>
        </a:p>
      </dgm:t>
    </dgm:pt>
    <dgm:pt modelId="{116278B2-603C-4E6D-B512-38FF8DAA725E}" type="sibTrans" cxnId="{E428B312-91EB-427A-8029-FF525741C256}">
      <dgm:prSet/>
      <dgm:spPr/>
      <dgm:t>
        <a:bodyPr/>
        <a:lstStyle/>
        <a:p>
          <a:endParaRPr lang="en-US"/>
        </a:p>
      </dgm:t>
    </dgm:pt>
    <dgm:pt modelId="{69E7B941-5BEB-4F7E-B478-E65C414085B0}">
      <dgm:prSet/>
      <dgm:spPr/>
      <dgm:t>
        <a:bodyPr/>
        <a:lstStyle/>
        <a:p>
          <a:pPr rtl="0"/>
          <a:r>
            <a:rPr lang="pt-BR"/>
            <a:t>Etapa  4. Análise Comparativa</a:t>
          </a:r>
          <a:r>
            <a:rPr lang="pt-BR">
              <a:latin typeface="Grandview Display"/>
            </a:rPr>
            <a:t> </a:t>
          </a:r>
          <a:r>
            <a:rPr lang="pt-BR"/>
            <a:t> </a:t>
          </a:r>
          <a:endParaRPr lang="en-US"/>
        </a:p>
      </dgm:t>
    </dgm:pt>
    <dgm:pt modelId="{49B6FD1F-9089-42CC-9949-9EEAE662A860}" type="parTrans" cxnId="{A6A1C83B-2879-479A-8E81-E566EFB2C220}">
      <dgm:prSet/>
      <dgm:spPr/>
      <dgm:t>
        <a:bodyPr/>
        <a:lstStyle/>
        <a:p>
          <a:endParaRPr lang="en-US"/>
        </a:p>
      </dgm:t>
    </dgm:pt>
    <dgm:pt modelId="{601AA852-E3DE-4166-A5D9-041D91E4FC24}" type="sibTrans" cxnId="{A6A1C83B-2879-479A-8E81-E566EFB2C220}">
      <dgm:prSet/>
      <dgm:spPr/>
      <dgm:t>
        <a:bodyPr/>
        <a:lstStyle/>
        <a:p>
          <a:endParaRPr lang="en-US"/>
        </a:p>
      </dgm:t>
    </dgm:pt>
    <dgm:pt modelId="{37417700-8BCA-4647-9460-9E3E81E84745}">
      <dgm:prSet phldr="0"/>
      <dgm:spPr/>
      <dgm:t>
        <a:bodyPr/>
        <a:lstStyle/>
        <a:p>
          <a:pPr rtl="0"/>
          <a:r>
            <a:rPr lang="pt-BR">
              <a:latin typeface="Grandview Display"/>
            </a:rPr>
            <a:t>Etapa 5. </a:t>
          </a:r>
          <a:r>
            <a:rPr lang="pt-BR" b="1"/>
            <a:t>Interpretação dos Resultados</a:t>
          </a:r>
        </a:p>
      </dgm:t>
    </dgm:pt>
    <dgm:pt modelId="{108D71A1-5810-463B-B40B-0AC9C350070D}" type="parTrans" cxnId="{8C619FC1-4CC9-4195-A903-B4BDFFB09A56}">
      <dgm:prSet/>
      <dgm:spPr/>
    </dgm:pt>
    <dgm:pt modelId="{E77AD7FE-07B8-49B1-B54A-2A78BE2B7B9F}" type="sibTrans" cxnId="{8C619FC1-4CC9-4195-A903-B4BDFFB09A56}">
      <dgm:prSet/>
      <dgm:spPr/>
    </dgm:pt>
    <dgm:pt modelId="{15B18303-486A-476F-9B2B-14E1CD6A5018}" type="pres">
      <dgm:prSet presAssocID="{6CBD776F-3ECF-4A6D-B206-6B8943728830}" presName="outerComposite" presStyleCnt="0">
        <dgm:presLayoutVars>
          <dgm:chMax val="5"/>
          <dgm:dir/>
          <dgm:resizeHandles val="exact"/>
        </dgm:presLayoutVars>
      </dgm:prSet>
      <dgm:spPr/>
    </dgm:pt>
    <dgm:pt modelId="{AFE701A1-D1D9-46B1-AF8E-A267C38A8B37}" type="pres">
      <dgm:prSet presAssocID="{6CBD776F-3ECF-4A6D-B206-6B8943728830}" presName="dummyMaxCanvas" presStyleCnt="0">
        <dgm:presLayoutVars/>
      </dgm:prSet>
      <dgm:spPr/>
    </dgm:pt>
    <dgm:pt modelId="{170F4A5B-8F5D-4F53-A7D5-594CBA30ED18}" type="pres">
      <dgm:prSet presAssocID="{6CBD776F-3ECF-4A6D-B206-6B8943728830}" presName="FiveNodes_1" presStyleLbl="node1" presStyleIdx="0" presStyleCnt="5">
        <dgm:presLayoutVars>
          <dgm:bulletEnabled val="1"/>
        </dgm:presLayoutVars>
      </dgm:prSet>
      <dgm:spPr/>
    </dgm:pt>
    <dgm:pt modelId="{50E146C6-E891-4084-A7F2-A67C7EA53B33}" type="pres">
      <dgm:prSet presAssocID="{6CBD776F-3ECF-4A6D-B206-6B8943728830}" presName="FiveNodes_2" presStyleLbl="node1" presStyleIdx="1" presStyleCnt="5">
        <dgm:presLayoutVars>
          <dgm:bulletEnabled val="1"/>
        </dgm:presLayoutVars>
      </dgm:prSet>
      <dgm:spPr/>
    </dgm:pt>
    <dgm:pt modelId="{F2DF9FCA-B019-4118-B452-1C2BBD8D3E88}" type="pres">
      <dgm:prSet presAssocID="{6CBD776F-3ECF-4A6D-B206-6B8943728830}" presName="FiveNodes_3" presStyleLbl="node1" presStyleIdx="2" presStyleCnt="5">
        <dgm:presLayoutVars>
          <dgm:bulletEnabled val="1"/>
        </dgm:presLayoutVars>
      </dgm:prSet>
      <dgm:spPr/>
    </dgm:pt>
    <dgm:pt modelId="{72FA1B48-8A8B-4849-9097-6382422FE358}" type="pres">
      <dgm:prSet presAssocID="{6CBD776F-3ECF-4A6D-B206-6B8943728830}" presName="FiveNodes_4" presStyleLbl="node1" presStyleIdx="3" presStyleCnt="5">
        <dgm:presLayoutVars>
          <dgm:bulletEnabled val="1"/>
        </dgm:presLayoutVars>
      </dgm:prSet>
      <dgm:spPr/>
    </dgm:pt>
    <dgm:pt modelId="{C2768F14-2100-4408-AE6F-29A90B5D5831}" type="pres">
      <dgm:prSet presAssocID="{6CBD776F-3ECF-4A6D-B206-6B8943728830}" presName="FiveNodes_5" presStyleLbl="node1" presStyleIdx="4" presStyleCnt="5">
        <dgm:presLayoutVars>
          <dgm:bulletEnabled val="1"/>
        </dgm:presLayoutVars>
      </dgm:prSet>
      <dgm:spPr/>
    </dgm:pt>
    <dgm:pt modelId="{88D80AB5-D337-469D-A63C-AB8D23C3411C}" type="pres">
      <dgm:prSet presAssocID="{6CBD776F-3ECF-4A6D-B206-6B8943728830}" presName="FiveConn_1-2" presStyleLbl="fgAccFollowNode1" presStyleIdx="0" presStyleCnt="4">
        <dgm:presLayoutVars>
          <dgm:bulletEnabled val="1"/>
        </dgm:presLayoutVars>
      </dgm:prSet>
      <dgm:spPr/>
    </dgm:pt>
    <dgm:pt modelId="{694D138B-45F7-4D31-8415-7168277ADF04}" type="pres">
      <dgm:prSet presAssocID="{6CBD776F-3ECF-4A6D-B206-6B8943728830}" presName="FiveConn_2-3" presStyleLbl="fgAccFollowNode1" presStyleIdx="1" presStyleCnt="4">
        <dgm:presLayoutVars>
          <dgm:bulletEnabled val="1"/>
        </dgm:presLayoutVars>
      </dgm:prSet>
      <dgm:spPr/>
    </dgm:pt>
    <dgm:pt modelId="{B4D33290-265F-4D09-80D9-3AA2C745C329}" type="pres">
      <dgm:prSet presAssocID="{6CBD776F-3ECF-4A6D-B206-6B8943728830}" presName="FiveConn_3-4" presStyleLbl="fgAccFollowNode1" presStyleIdx="2" presStyleCnt="4">
        <dgm:presLayoutVars>
          <dgm:bulletEnabled val="1"/>
        </dgm:presLayoutVars>
      </dgm:prSet>
      <dgm:spPr/>
    </dgm:pt>
    <dgm:pt modelId="{713E7E8C-B060-44BD-9A4D-9D76835735BD}" type="pres">
      <dgm:prSet presAssocID="{6CBD776F-3ECF-4A6D-B206-6B8943728830}" presName="FiveConn_4-5" presStyleLbl="fgAccFollowNode1" presStyleIdx="3" presStyleCnt="4">
        <dgm:presLayoutVars>
          <dgm:bulletEnabled val="1"/>
        </dgm:presLayoutVars>
      </dgm:prSet>
      <dgm:spPr/>
    </dgm:pt>
    <dgm:pt modelId="{DDBEBE6F-03F6-4E3F-B987-C4BAB51895CE}" type="pres">
      <dgm:prSet presAssocID="{6CBD776F-3ECF-4A6D-B206-6B8943728830}" presName="FiveNodes_1_text" presStyleLbl="node1" presStyleIdx="4" presStyleCnt="5">
        <dgm:presLayoutVars>
          <dgm:bulletEnabled val="1"/>
        </dgm:presLayoutVars>
      </dgm:prSet>
      <dgm:spPr/>
    </dgm:pt>
    <dgm:pt modelId="{D2D78A5A-4588-4AA8-BBE1-DE48E9666ECB}" type="pres">
      <dgm:prSet presAssocID="{6CBD776F-3ECF-4A6D-B206-6B8943728830}" presName="FiveNodes_2_text" presStyleLbl="node1" presStyleIdx="4" presStyleCnt="5">
        <dgm:presLayoutVars>
          <dgm:bulletEnabled val="1"/>
        </dgm:presLayoutVars>
      </dgm:prSet>
      <dgm:spPr/>
    </dgm:pt>
    <dgm:pt modelId="{1E32C367-B6C5-46AA-BECB-760806B3DD73}" type="pres">
      <dgm:prSet presAssocID="{6CBD776F-3ECF-4A6D-B206-6B8943728830}" presName="FiveNodes_3_text" presStyleLbl="node1" presStyleIdx="4" presStyleCnt="5">
        <dgm:presLayoutVars>
          <dgm:bulletEnabled val="1"/>
        </dgm:presLayoutVars>
      </dgm:prSet>
      <dgm:spPr/>
    </dgm:pt>
    <dgm:pt modelId="{85CCF9C6-8347-4D6B-BFD7-8ABF49E30711}" type="pres">
      <dgm:prSet presAssocID="{6CBD776F-3ECF-4A6D-B206-6B8943728830}" presName="FiveNodes_4_text" presStyleLbl="node1" presStyleIdx="4" presStyleCnt="5">
        <dgm:presLayoutVars>
          <dgm:bulletEnabled val="1"/>
        </dgm:presLayoutVars>
      </dgm:prSet>
      <dgm:spPr/>
    </dgm:pt>
    <dgm:pt modelId="{BC00BD42-2DEB-4AE0-8B4C-920B8E42A37E}" type="pres">
      <dgm:prSet presAssocID="{6CBD776F-3ECF-4A6D-B206-6B8943728830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966BE10C-560A-4E7D-B54E-BAA2B3667D27}" type="presOf" srcId="{91DCAFA6-3AEF-4593-AE3A-0276B860498F}" destId="{F2DF9FCA-B019-4118-B452-1C2BBD8D3E88}" srcOrd="0" destOrd="0" presId="urn:microsoft.com/office/officeart/2005/8/layout/vProcess5"/>
    <dgm:cxn modelId="{E428B312-91EB-427A-8029-FF525741C256}" srcId="{6CBD776F-3ECF-4A6D-B206-6B8943728830}" destId="{91DCAFA6-3AEF-4593-AE3A-0276B860498F}" srcOrd="2" destOrd="0" parTransId="{C1279583-7141-4141-827C-DB4D13555100}" sibTransId="{116278B2-603C-4E6D-B512-38FF8DAA725E}"/>
    <dgm:cxn modelId="{946ABB1D-3DF9-4274-8136-931110BEE63D}" type="presOf" srcId="{344DF9EF-8AA0-4478-A264-0B7A62358D63}" destId="{50E146C6-E891-4084-A7F2-A67C7EA53B33}" srcOrd="0" destOrd="0" presId="urn:microsoft.com/office/officeart/2005/8/layout/vProcess5"/>
    <dgm:cxn modelId="{F2691B23-972D-4E72-B15C-C3FE89A732E3}" type="presOf" srcId="{344DF9EF-8AA0-4478-A264-0B7A62358D63}" destId="{D2D78A5A-4588-4AA8-BBE1-DE48E9666ECB}" srcOrd="1" destOrd="0" presId="urn:microsoft.com/office/officeart/2005/8/layout/vProcess5"/>
    <dgm:cxn modelId="{A6A1C83B-2879-479A-8E81-E566EFB2C220}" srcId="{6CBD776F-3ECF-4A6D-B206-6B8943728830}" destId="{69E7B941-5BEB-4F7E-B478-E65C414085B0}" srcOrd="3" destOrd="0" parTransId="{49B6FD1F-9089-42CC-9949-9EEAE662A860}" sibTransId="{601AA852-E3DE-4166-A5D9-041D91E4FC24}"/>
    <dgm:cxn modelId="{65483A3C-59D0-470D-9E14-2BF7B9DE846C}" type="presOf" srcId="{6CBD776F-3ECF-4A6D-B206-6B8943728830}" destId="{15B18303-486A-476F-9B2B-14E1CD6A5018}" srcOrd="0" destOrd="0" presId="urn:microsoft.com/office/officeart/2005/8/layout/vProcess5"/>
    <dgm:cxn modelId="{0537176D-912D-49DC-8D01-DDF0B63BD8F9}" srcId="{6CBD776F-3ECF-4A6D-B206-6B8943728830}" destId="{369C6ECF-A986-4292-BF24-29C144F93C28}" srcOrd="0" destOrd="0" parTransId="{838CC7B8-73F9-423C-901E-8C29C1799210}" sibTransId="{D5A9B161-DF39-44F1-A7EA-B4D9D6CF2EC8}"/>
    <dgm:cxn modelId="{56C84A6E-9F7F-45E8-B2CA-701BFCAEF160}" type="presOf" srcId="{369C6ECF-A986-4292-BF24-29C144F93C28}" destId="{170F4A5B-8F5D-4F53-A7D5-594CBA30ED18}" srcOrd="0" destOrd="0" presId="urn:microsoft.com/office/officeart/2005/8/layout/vProcess5"/>
    <dgm:cxn modelId="{2B174E4E-36F0-43BD-A25C-AAED6F0C4BEB}" type="presOf" srcId="{D5A9B161-DF39-44F1-A7EA-B4D9D6CF2EC8}" destId="{88D80AB5-D337-469D-A63C-AB8D23C3411C}" srcOrd="0" destOrd="0" presId="urn:microsoft.com/office/officeart/2005/8/layout/vProcess5"/>
    <dgm:cxn modelId="{DAB4A47A-0DF4-419E-A313-5D85D99FC388}" srcId="{6CBD776F-3ECF-4A6D-B206-6B8943728830}" destId="{344DF9EF-8AA0-4478-A264-0B7A62358D63}" srcOrd="1" destOrd="0" parTransId="{DD108EA8-936B-489F-8C38-349CE8D47664}" sibTransId="{3507C9E2-F72B-462F-B0BE-8B1E5E025AB1}"/>
    <dgm:cxn modelId="{09A0AB93-4F93-4478-B4E1-5541E407A1E6}" type="presOf" srcId="{91DCAFA6-3AEF-4593-AE3A-0276B860498F}" destId="{1E32C367-B6C5-46AA-BECB-760806B3DD73}" srcOrd="1" destOrd="0" presId="urn:microsoft.com/office/officeart/2005/8/layout/vProcess5"/>
    <dgm:cxn modelId="{44DF889C-20F8-47BA-A93B-0F6CA85A8091}" type="presOf" srcId="{601AA852-E3DE-4166-A5D9-041D91E4FC24}" destId="{713E7E8C-B060-44BD-9A4D-9D76835735BD}" srcOrd="0" destOrd="0" presId="urn:microsoft.com/office/officeart/2005/8/layout/vProcess5"/>
    <dgm:cxn modelId="{FFA884A2-3518-43E6-9CD8-D7EF14B6CF01}" type="presOf" srcId="{369C6ECF-A986-4292-BF24-29C144F93C28}" destId="{DDBEBE6F-03F6-4E3F-B987-C4BAB51895CE}" srcOrd="1" destOrd="0" presId="urn:microsoft.com/office/officeart/2005/8/layout/vProcess5"/>
    <dgm:cxn modelId="{FB5FC1A3-4823-4566-8AAD-66D316ED1DA6}" type="presOf" srcId="{37417700-8BCA-4647-9460-9E3E81E84745}" destId="{C2768F14-2100-4408-AE6F-29A90B5D5831}" srcOrd="0" destOrd="0" presId="urn:microsoft.com/office/officeart/2005/8/layout/vProcess5"/>
    <dgm:cxn modelId="{F9A538BC-B657-453B-9F12-BFAC505F6940}" type="presOf" srcId="{3507C9E2-F72B-462F-B0BE-8B1E5E025AB1}" destId="{694D138B-45F7-4D31-8415-7168277ADF04}" srcOrd="0" destOrd="0" presId="urn:microsoft.com/office/officeart/2005/8/layout/vProcess5"/>
    <dgm:cxn modelId="{E238C8BE-0F43-4F33-B435-BEFF0F27E815}" type="presOf" srcId="{69E7B941-5BEB-4F7E-B478-E65C414085B0}" destId="{72FA1B48-8A8B-4849-9097-6382422FE358}" srcOrd="0" destOrd="0" presId="urn:microsoft.com/office/officeart/2005/8/layout/vProcess5"/>
    <dgm:cxn modelId="{8C619FC1-4CC9-4195-A903-B4BDFFB09A56}" srcId="{6CBD776F-3ECF-4A6D-B206-6B8943728830}" destId="{37417700-8BCA-4647-9460-9E3E81E84745}" srcOrd="4" destOrd="0" parTransId="{108D71A1-5810-463B-B40B-0AC9C350070D}" sibTransId="{E77AD7FE-07B8-49B1-B54A-2A78BE2B7B9F}"/>
    <dgm:cxn modelId="{F935ECD9-FC36-4695-B9C0-A205B3174D90}" type="presOf" srcId="{116278B2-603C-4E6D-B512-38FF8DAA725E}" destId="{B4D33290-265F-4D09-80D9-3AA2C745C329}" srcOrd="0" destOrd="0" presId="urn:microsoft.com/office/officeart/2005/8/layout/vProcess5"/>
    <dgm:cxn modelId="{99CE0FDF-7E65-4FED-8A10-CC6322A61E1E}" type="presOf" srcId="{69E7B941-5BEB-4F7E-B478-E65C414085B0}" destId="{85CCF9C6-8347-4D6B-BFD7-8ABF49E30711}" srcOrd="1" destOrd="0" presId="urn:microsoft.com/office/officeart/2005/8/layout/vProcess5"/>
    <dgm:cxn modelId="{E77396F7-9FF9-43AB-879C-A2E231B51C27}" type="presOf" srcId="{37417700-8BCA-4647-9460-9E3E81E84745}" destId="{BC00BD42-2DEB-4AE0-8B4C-920B8E42A37E}" srcOrd="1" destOrd="0" presId="urn:microsoft.com/office/officeart/2005/8/layout/vProcess5"/>
    <dgm:cxn modelId="{3B5AD107-C1C8-4943-9817-0187FCCAFD77}" type="presParOf" srcId="{15B18303-486A-476F-9B2B-14E1CD6A5018}" destId="{AFE701A1-D1D9-46B1-AF8E-A267C38A8B37}" srcOrd="0" destOrd="0" presId="urn:microsoft.com/office/officeart/2005/8/layout/vProcess5"/>
    <dgm:cxn modelId="{F4D06B95-1270-4B11-B998-91DEA2A3F463}" type="presParOf" srcId="{15B18303-486A-476F-9B2B-14E1CD6A5018}" destId="{170F4A5B-8F5D-4F53-A7D5-594CBA30ED18}" srcOrd="1" destOrd="0" presId="urn:microsoft.com/office/officeart/2005/8/layout/vProcess5"/>
    <dgm:cxn modelId="{3DDA9451-8B05-47E0-A8FC-D9D03089D01F}" type="presParOf" srcId="{15B18303-486A-476F-9B2B-14E1CD6A5018}" destId="{50E146C6-E891-4084-A7F2-A67C7EA53B33}" srcOrd="2" destOrd="0" presId="urn:microsoft.com/office/officeart/2005/8/layout/vProcess5"/>
    <dgm:cxn modelId="{DE642558-0749-40E2-B9C2-3695C321F193}" type="presParOf" srcId="{15B18303-486A-476F-9B2B-14E1CD6A5018}" destId="{F2DF9FCA-B019-4118-B452-1C2BBD8D3E88}" srcOrd="3" destOrd="0" presId="urn:microsoft.com/office/officeart/2005/8/layout/vProcess5"/>
    <dgm:cxn modelId="{92020F23-9894-40EB-9590-5C7C67BD2C3C}" type="presParOf" srcId="{15B18303-486A-476F-9B2B-14E1CD6A5018}" destId="{72FA1B48-8A8B-4849-9097-6382422FE358}" srcOrd="4" destOrd="0" presId="urn:microsoft.com/office/officeart/2005/8/layout/vProcess5"/>
    <dgm:cxn modelId="{B4E9C1BA-C616-48D8-B03D-82FEE44A688F}" type="presParOf" srcId="{15B18303-486A-476F-9B2B-14E1CD6A5018}" destId="{C2768F14-2100-4408-AE6F-29A90B5D5831}" srcOrd="5" destOrd="0" presId="urn:microsoft.com/office/officeart/2005/8/layout/vProcess5"/>
    <dgm:cxn modelId="{E5B8D2D6-AF09-46EC-A1BC-1A052C991875}" type="presParOf" srcId="{15B18303-486A-476F-9B2B-14E1CD6A5018}" destId="{88D80AB5-D337-469D-A63C-AB8D23C3411C}" srcOrd="6" destOrd="0" presId="urn:microsoft.com/office/officeart/2005/8/layout/vProcess5"/>
    <dgm:cxn modelId="{E808CF96-330E-4E52-8A4F-C2CD7E64217E}" type="presParOf" srcId="{15B18303-486A-476F-9B2B-14E1CD6A5018}" destId="{694D138B-45F7-4D31-8415-7168277ADF04}" srcOrd="7" destOrd="0" presId="urn:microsoft.com/office/officeart/2005/8/layout/vProcess5"/>
    <dgm:cxn modelId="{08017D41-83D1-4072-93C0-C4756BD09077}" type="presParOf" srcId="{15B18303-486A-476F-9B2B-14E1CD6A5018}" destId="{B4D33290-265F-4D09-80D9-3AA2C745C329}" srcOrd="8" destOrd="0" presId="urn:microsoft.com/office/officeart/2005/8/layout/vProcess5"/>
    <dgm:cxn modelId="{FAA63263-B268-465E-ADFF-14A169253EDB}" type="presParOf" srcId="{15B18303-486A-476F-9B2B-14E1CD6A5018}" destId="{713E7E8C-B060-44BD-9A4D-9D76835735BD}" srcOrd="9" destOrd="0" presId="urn:microsoft.com/office/officeart/2005/8/layout/vProcess5"/>
    <dgm:cxn modelId="{0CA91B9A-3587-45C6-9560-8852340CEA1F}" type="presParOf" srcId="{15B18303-486A-476F-9B2B-14E1CD6A5018}" destId="{DDBEBE6F-03F6-4E3F-B987-C4BAB51895CE}" srcOrd="10" destOrd="0" presId="urn:microsoft.com/office/officeart/2005/8/layout/vProcess5"/>
    <dgm:cxn modelId="{DAF1DF92-BF80-446C-9C5C-F60111C471ED}" type="presParOf" srcId="{15B18303-486A-476F-9B2B-14E1CD6A5018}" destId="{D2D78A5A-4588-4AA8-BBE1-DE48E9666ECB}" srcOrd="11" destOrd="0" presId="urn:microsoft.com/office/officeart/2005/8/layout/vProcess5"/>
    <dgm:cxn modelId="{F8559D0F-3DD1-4B5A-B254-89E30C7B759B}" type="presParOf" srcId="{15B18303-486A-476F-9B2B-14E1CD6A5018}" destId="{1E32C367-B6C5-46AA-BECB-760806B3DD73}" srcOrd="12" destOrd="0" presId="urn:microsoft.com/office/officeart/2005/8/layout/vProcess5"/>
    <dgm:cxn modelId="{2410478C-3EA8-4618-9DB2-258835065B79}" type="presParOf" srcId="{15B18303-486A-476F-9B2B-14E1CD6A5018}" destId="{85CCF9C6-8347-4D6B-BFD7-8ABF49E30711}" srcOrd="13" destOrd="0" presId="urn:microsoft.com/office/officeart/2005/8/layout/vProcess5"/>
    <dgm:cxn modelId="{AE57E9F1-139A-49A8-A24B-D379298C285E}" type="presParOf" srcId="{15B18303-486A-476F-9B2B-14E1CD6A5018}" destId="{BC00BD42-2DEB-4AE0-8B4C-920B8E42A37E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E546DF-F1F7-4181-B840-E3BCEE9F78A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BCDF7E1-782F-43D4-A788-2A0345F9B37E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i="1"/>
            <a:t>Action</a:t>
          </a:r>
          <a:r>
            <a:rPr lang="pt-BR"/>
            <a:t>, </a:t>
          </a:r>
          <a:endParaRPr lang="en-US"/>
        </a:p>
      </dgm:t>
    </dgm:pt>
    <dgm:pt modelId="{1F15DDD9-407D-45FF-AF3E-240D5E9FC1D2}" type="parTrans" cxnId="{1281430E-5B65-491E-8490-2CC97836B5D8}">
      <dgm:prSet/>
      <dgm:spPr/>
      <dgm:t>
        <a:bodyPr/>
        <a:lstStyle/>
        <a:p>
          <a:endParaRPr lang="en-US"/>
        </a:p>
      </dgm:t>
    </dgm:pt>
    <dgm:pt modelId="{5BE756E5-2F80-4B40-8A80-949D9B7E50C1}" type="sibTrans" cxnId="{1281430E-5B65-491E-8490-2CC97836B5D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D561381-7B3F-42C7-9906-ABA1D45F7416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i="1"/>
            <a:t>Adventure</a:t>
          </a:r>
          <a:r>
            <a:rPr lang="pt-BR"/>
            <a:t>, </a:t>
          </a:r>
          <a:endParaRPr lang="en-US"/>
        </a:p>
      </dgm:t>
    </dgm:pt>
    <dgm:pt modelId="{EB6B0BB2-C2AB-47BB-8B82-8D1396A5F0D1}" type="parTrans" cxnId="{240292B6-8C8C-4294-97DB-44B196AF7C32}">
      <dgm:prSet/>
      <dgm:spPr/>
      <dgm:t>
        <a:bodyPr/>
        <a:lstStyle/>
        <a:p>
          <a:endParaRPr lang="en-US"/>
        </a:p>
      </dgm:t>
    </dgm:pt>
    <dgm:pt modelId="{2078137C-9A74-429B-836E-9CB97E46DAF6}" type="sibTrans" cxnId="{240292B6-8C8C-4294-97DB-44B196AF7C3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F274005-B8C0-483C-87B5-704D375B5657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i="1"/>
            <a:t>Casual</a:t>
          </a:r>
          <a:r>
            <a:rPr lang="pt-BR"/>
            <a:t>, </a:t>
          </a:r>
          <a:endParaRPr lang="en-US"/>
        </a:p>
      </dgm:t>
    </dgm:pt>
    <dgm:pt modelId="{6E656968-0884-4505-83D5-31BF35DF2588}" type="parTrans" cxnId="{F71356DF-6AA7-4961-B280-C047087A11AE}">
      <dgm:prSet/>
      <dgm:spPr/>
      <dgm:t>
        <a:bodyPr/>
        <a:lstStyle/>
        <a:p>
          <a:endParaRPr lang="en-US"/>
        </a:p>
      </dgm:t>
    </dgm:pt>
    <dgm:pt modelId="{062D41ED-1843-4856-8807-96CD38C1370D}" type="sibTrans" cxnId="{F71356DF-6AA7-4961-B280-C047087A11A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DD5FF79-A48C-40C0-9D38-F786E632C607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i="1"/>
            <a:t>Indie</a:t>
          </a:r>
          <a:r>
            <a:rPr lang="pt-BR"/>
            <a:t>, </a:t>
          </a:r>
          <a:endParaRPr lang="en-US"/>
        </a:p>
      </dgm:t>
    </dgm:pt>
    <dgm:pt modelId="{94A3D01F-4A65-4D68-96EB-4E0C365B6C64}" type="parTrans" cxnId="{19AA8485-B810-4D72-A367-32937D99CB84}">
      <dgm:prSet/>
      <dgm:spPr/>
      <dgm:t>
        <a:bodyPr/>
        <a:lstStyle/>
        <a:p>
          <a:endParaRPr lang="en-US"/>
        </a:p>
      </dgm:t>
    </dgm:pt>
    <dgm:pt modelId="{9C7FA652-45AD-4D72-82CE-91AF7AFD7F78}" type="sibTrans" cxnId="{19AA8485-B810-4D72-A367-32937D99CB8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29F6DE4-736A-456A-A503-0E5CFDC1DABD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i="1"/>
            <a:t>Racing</a:t>
          </a:r>
          <a:endParaRPr lang="en-US"/>
        </a:p>
      </dgm:t>
    </dgm:pt>
    <dgm:pt modelId="{A53A7DB9-1364-4492-B38D-93A3DDDCEE47}" type="parTrans" cxnId="{676EB126-1735-4060-99D6-0E9BB88B8975}">
      <dgm:prSet/>
      <dgm:spPr/>
      <dgm:t>
        <a:bodyPr/>
        <a:lstStyle/>
        <a:p>
          <a:endParaRPr lang="en-US"/>
        </a:p>
      </dgm:t>
    </dgm:pt>
    <dgm:pt modelId="{453187F0-A55D-4F0A-97AD-1051DA84137E}" type="sibTrans" cxnId="{676EB126-1735-4060-99D6-0E9BB88B897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4CCBEC5-D4EA-4385-BA96-F7718ED08470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i="1"/>
            <a:t>Strategy</a:t>
          </a:r>
          <a:r>
            <a:rPr lang="pt-BR"/>
            <a:t>.</a:t>
          </a:r>
          <a:endParaRPr lang="en-US"/>
        </a:p>
      </dgm:t>
    </dgm:pt>
    <dgm:pt modelId="{6FE9B986-2968-4A4B-85E4-0896B5D1BE2D}" type="parTrans" cxnId="{24FB8EAC-A624-4709-8132-F7D6AA27689A}">
      <dgm:prSet/>
      <dgm:spPr/>
      <dgm:t>
        <a:bodyPr/>
        <a:lstStyle/>
        <a:p>
          <a:endParaRPr lang="en-US"/>
        </a:p>
      </dgm:t>
    </dgm:pt>
    <dgm:pt modelId="{0FC94041-91E0-4F55-A4E8-B326496A1BC8}" type="sibTrans" cxnId="{24FB8EAC-A624-4709-8132-F7D6AA27689A}">
      <dgm:prSet/>
      <dgm:spPr/>
      <dgm:t>
        <a:bodyPr/>
        <a:lstStyle/>
        <a:p>
          <a:endParaRPr lang="en-US"/>
        </a:p>
      </dgm:t>
    </dgm:pt>
    <dgm:pt modelId="{56D1F560-A9E6-4297-988E-18FA76088A72}" type="pres">
      <dgm:prSet presAssocID="{0FE546DF-F1F7-4181-B840-E3BCEE9F78A5}" presName="root" presStyleCnt="0">
        <dgm:presLayoutVars>
          <dgm:dir/>
          <dgm:resizeHandles val="exact"/>
        </dgm:presLayoutVars>
      </dgm:prSet>
      <dgm:spPr/>
    </dgm:pt>
    <dgm:pt modelId="{3B95AB20-900F-463D-A51C-A78BF51DE722}" type="pres">
      <dgm:prSet presAssocID="{EBCDF7E1-782F-43D4-A788-2A0345F9B37E}" presName="compNode" presStyleCnt="0"/>
      <dgm:spPr/>
    </dgm:pt>
    <dgm:pt modelId="{19E7A2B3-810C-4AFA-AFA2-B45313977322}" type="pres">
      <dgm:prSet presAssocID="{EBCDF7E1-782F-43D4-A788-2A0345F9B37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A13BB165-42B3-4892-B4BE-B9C058B0372F}" type="pres">
      <dgm:prSet presAssocID="{EBCDF7E1-782F-43D4-A788-2A0345F9B37E}" presName="spaceRect" presStyleCnt="0"/>
      <dgm:spPr/>
    </dgm:pt>
    <dgm:pt modelId="{4218D253-0807-444F-9FA3-EE7405D0F3B3}" type="pres">
      <dgm:prSet presAssocID="{EBCDF7E1-782F-43D4-A788-2A0345F9B37E}" presName="textRect" presStyleLbl="revTx" presStyleIdx="0" presStyleCnt="6">
        <dgm:presLayoutVars>
          <dgm:chMax val="1"/>
          <dgm:chPref val="1"/>
        </dgm:presLayoutVars>
      </dgm:prSet>
      <dgm:spPr/>
    </dgm:pt>
    <dgm:pt modelId="{34499BAF-AFBA-48DE-BC24-08A104AC4F86}" type="pres">
      <dgm:prSet presAssocID="{5BE756E5-2F80-4B40-8A80-949D9B7E50C1}" presName="sibTrans" presStyleCnt="0"/>
      <dgm:spPr/>
    </dgm:pt>
    <dgm:pt modelId="{96BDC941-1E30-452F-9B5B-C73A5B139AE4}" type="pres">
      <dgm:prSet presAssocID="{0D561381-7B3F-42C7-9906-ABA1D45F7416}" presName="compNode" presStyleCnt="0"/>
      <dgm:spPr/>
    </dgm:pt>
    <dgm:pt modelId="{B1EE48B2-010C-464D-BA14-EE72B2151B5C}" type="pres">
      <dgm:prSet presAssocID="{0D561381-7B3F-42C7-9906-ABA1D45F741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untain scene"/>
        </a:ext>
      </dgm:extLst>
    </dgm:pt>
    <dgm:pt modelId="{CB7A38A5-16A1-41F9-BB59-298420118DEA}" type="pres">
      <dgm:prSet presAssocID="{0D561381-7B3F-42C7-9906-ABA1D45F7416}" presName="spaceRect" presStyleCnt="0"/>
      <dgm:spPr/>
    </dgm:pt>
    <dgm:pt modelId="{C5FEA246-C686-451B-B9EE-C92923B15207}" type="pres">
      <dgm:prSet presAssocID="{0D561381-7B3F-42C7-9906-ABA1D45F7416}" presName="textRect" presStyleLbl="revTx" presStyleIdx="1" presStyleCnt="6">
        <dgm:presLayoutVars>
          <dgm:chMax val="1"/>
          <dgm:chPref val="1"/>
        </dgm:presLayoutVars>
      </dgm:prSet>
      <dgm:spPr/>
    </dgm:pt>
    <dgm:pt modelId="{7C429A5D-B010-4493-B9E4-86476814687B}" type="pres">
      <dgm:prSet presAssocID="{2078137C-9A74-429B-836E-9CB97E46DAF6}" presName="sibTrans" presStyleCnt="0"/>
      <dgm:spPr/>
    </dgm:pt>
    <dgm:pt modelId="{13B27F3F-6F3A-4FD1-8C33-4A13794DB924}" type="pres">
      <dgm:prSet presAssocID="{DF274005-B8C0-483C-87B5-704D375B5657}" presName="compNode" presStyleCnt="0"/>
      <dgm:spPr/>
    </dgm:pt>
    <dgm:pt modelId="{ED28F2B4-8A7F-47B6-8EBD-375DBF76BDAB}" type="pres">
      <dgm:prSet presAssocID="{DF274005-B8C0-483C-87B5-704D375B565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ng sleeve shirt"/>
        </a:ext>
      </dgm:extLst>
    </dgm:pt>
    <dgm:pt modelId="{6A7A16FA-F394-4278-A239-5572A70A5F34}" type="pres">
      <dgm:prSet presAssocID="{DF274005-B8C0-483C-87B5-704D375B5657}" presName="spaceRect" presStyleCnt="0"/>
      <dgm:spPr/>
    </dgm:pt>
    <dgm:pt modelId="{3CE7AD40-E76E-47AC-9BFA-B95A7EFE4C66}" type="pres">
      <dgm:prSet presAssocID="{DF274005-B8C0-483C-87B5-704D375B5657}" presName="textRect" presStyleLbl="revTx" presStyleIdx="2" presStyleCnt="6">
        <dgm:presLayoutVars>
          <dgm:chMax val="1"/>
          <dgm:chPref val="1"/>
        </dgm:presLayoutVars>
      </dgm:prSet>
      <dgm:spPr/>
    </dgm:pt>
    <dgm:pt modelId="{0133566D-4382-4138-85AB-51FF909B5D6D}" type="pres">
      <dgm:prSet presAssocID="{062D41ED-1843-4856-8807-96CD38C1370D}" presName="sibTrans" presStyleCnt="0"/>
      <dgm:spPr/>
    </dgm:pt>
    <dgm:pt modelId="{9A0823C7-BB6D-443D-88BD-F775F8B8313A}" type="pres">
      <dgm:prSet presAssocID="{4DD5FF79-A48C-40C0-9D38-F786E632C607}" presName="compNode" presStyleCnt="0"/>
      <dgm:spPr/>
    </dgm:pt>
    <dgm:pt modelId="{F6059EAD-BD0A-411B-B055-D52CBD5AE565}" type="pres">
      <dgm:prSet presAssocID="{4DD5FF79-A48C-40C0-9D38-F786E632C60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rineta"/>
        </a:ext>
      </dgm:extLst>
    </dgm:pt>
    <dgm:pt modelId="{EA52FF40-8BAF-4A18-BC88-1B4D506EE400}" type="pres">
      <dgm:prSet presAssocID="{4DD5FF79-A48C-40C0-9D38-F786E632C607}" presName="spaceRect" presStyleCnt="0"/>
      <dgm:spPr/>
    </dgm:pt>
    <dgm:pt modelId="{D7FCA22E-818E-4AD5-888D-E31A43A3E696}" type="pres">
      <dgm:prSet presAssocID="{4DD5FF79-A48C-40C0-9D38-F786E632C607}" presName="textRect" presStyleLbl="revTx" presStyleIdx="3" presStyleCnt="6">
        <dgm:presLayoutVars>
          <dgm:chMax val="1"/>
          <dgm:chPref val="1"/>
        </dgm:presLayoutVars>
      </dgm:prSet>
      <dgm:spPr/>
    </dgm:pt>
    <dgm:pt modelId="{94133174-43DF-443F-8111-1089F0841BF5}" type="pres">
      <dgm:prSet presAssocID="{9C7FA652-45AD-4D72-82CE-91AF7AFD7F78}" presName="sibTrans" presStyleCnt="0"/>
      <dgm:spPr/>
    </dgm:pt>
    <dgm:pt modelId="{4F86D224-FB59-4072-8FE3-EC8698A44819}" type="pres">
      <dgm:prSet presAssocID="{229F6DE4-736A-456A-A503-0E5CFDC1DABD}" presName="compNode" presStyleCnt="0"/>
      <dgm:spPr/>
    </dgm:pt>
    <dgm:pt modelId="{045E1C43-3E1C-4CE5-B4CB-67A1022EE455}" type="pres">
      <dgm:prSet presAssocID="{229F6DE4-736A-456A-A503-0E5CFDC1DAB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valo"/>
        </a:ext>
      </dgm:extLst>
    </dgm:pt>
    <dgm:pt modelId="{0B43A866-7F78-41D1-BF41-C4F61D17655D}" type="pres">
      <dgm:prSet presAssocID="{229F6DE4-736A-456A-A503-0E5CFDC1DABD}" presName="spaceRect" presStyleCnt="0"/>
      <dgm:spPr/>
    </dgm:pt>
    <dgm:pt modelId="{7328FA03-0CDC-4B8C-AE9A-51ED8D9E377C}" type="pres">
      <dgm:prSet presAssocID="{229F6DE4-736A-456A-A503-0E5CFDC1DABD}" presName="textRect" presStyleLbl="revTx" presStyleIdx="4" presStyleCnt="6">
        <dgm:presLayoutVars>
          <dgm:chMax val="1"/>
          <dgm:chPref val="1"/>
        </dgm:presLayoutVars>
      </dgm:prSet>
      <dgm:spPr/>
    </dgm:pt>
    <dgm:pt modelId="{10F5A9E3-6E9F-4F1C-B8CB-D51C94A65697}" type="pres">
      <dgm:prSet presAssocID="{453187F0-A55D-4F0A-97AD-1051DA84137E}" presName="sibTrans" presStyleCnt="0"/>
      <dgm:spPr/>
    </dgm:pt>
    <dgm:pt modelId="{097DB36D-7493-4A62-BA6E-4CB87C764DF7}" type="pres">
      <dgm:prSet presAssocID="{74CCBEC5-D4EA-4385-BA96-F7718ED08470}" presName="compNode" presStyleCnt="0"/>
      <dgm:spPr/>
    </dgm:pt>
    <dgm:pt modelId="{FA19D8E7-B420-49A1-BCD3-0EAB9D79F895}" type="pres">
      <dgm:prSet presAssocID="{74CCBEC5-D4EA-4385-BA96-F7718ED0847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71304BF7-9D07-4CE8-B614-8C61CB753AFE}" type="pres">
      <dgm:prSet presAssocID="{74CCBEC5-D4EA-4385-BA96-F7718ED08470}" presName="spaceRect" presStyleCnt="0"/>
      <dgm:spPr/>
    </dgm:pt>
    <dgm:pt modelId="{9F4ACE21-C2A3-4AA5-A1BC-AE9C5A286AF3}" type="pres">
      <dgm:prSet presAssocID="{74CCBEC5-D4EA-4385-BA96-F7718ED08470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1281430E-5B65-491E-8490-2CC97836B5D8}" srcId="{0FE546DF-F1F7-4181-B840-E3BCEE9F78A5}" destId="{EBCDF7E1-782F-43D4-A788-2A0345F9B37E}" srcOrd="0" destOrd="0" parTransId="{1F15DDD9-407D-45FF-AF3E-240D5E9FC1D2}" sibTransId="{5BE756E5-2F80-4B40-8A80-949D9B7E50C1}"/>
    <dgm:cxn modelId="{676EB126-1735-4060-99D6-0E9BB88B8975}" srcId="{0FE546DF-F1F7-4181-B840-E3BCEE9F78A5}" destId="{229F6DE4-736A-456A-A503-0E5CFDC1DABD}" srcOrd="4" destOrd="0" parTransId="{A53A7DB9-1364-4492-B38D-93A3DDDCEE47}" sibTransId="{453187F0-A55D-4F0A-97AD-1051DA84137E}"/>
    <dgm:cxn modelId="{E751062A-0B5F-4155-A1E3-22E070B0138F}" type="presOf" srcId="{DF274005-B8C0-483C-87B5-704D375B5657}" destId="{3CE7AD40-E76E-47AC-9BFA-B95A7EFE4C66}" srcOrd="0" destOrd="0" presId="urn:microsoft.com/office/officeart/2018/2/layout/IconLabelList"/>
    <dgm:cxn modelId="{CB85496D-984B-4FA7-B7FF-18802FF3388A}" type="presOf" srcId="{229F6DE4-736A-456A-A503-0E5CFDC1DABD}" destId="{7328FA03-0CDC-4B8C-AE9A-51ED8D9E377C}" srcOrd="0" destOrd="0" presId="urn:microsoft.com/office/officeart/2018/2/layout/IconLabelList"/>
    <dgm:cxn modelId="{B5662274-106B-4FCE-8D62-11B84DEE0189}" type="presOf" srcId="{0FE546DF-F1F7-4181-B840-E3BCEE9F78A5}" destId="{56D1F560-A9E6-4297-988E-18FA76088A72}" srcOrd="0" destOrd="0" presId="urn:microsoft.com/office/officeart/2018/2/layout/IconLabelList"/>
    <dgm:cxn modelId="{03BE5556-1E43-41C2-9A8A-A4DC59A50687}" type="presOf" srcId="{EBCDF7E1-782F-43D4-A788-2A0345F9B37E}" destId="{4218D253-0807-444F-9FA3-EE7405D0F3B3}" srcOrd="0" destOrd="0" presId="urn:microsoft.com/office/officeart/2018/2/layout/IconLabelList"/>
    <dgm:cxn modelId="{19AA8485-B810-4D72-A367-32937D99CB84}" srcId="{0FE546DF-F1F7-4181-B840-E3BCEE9F78A5}" destId="{4DD5FF79-A48C-40C0-9D38-F786E632C607}" srcOrd="3" destOrd="0" parTransId="{94A3D01F-4A65-4D68-96EB-4E0C365B6C64}" sibTransId="{9C7FA652-45AD-4D72-82CE-91AF7AFD7F78}"/>
    <dgm:cxn modelId="{E65E1E8F-BBE5-486B-BC1E-C50F3B4498EA}" type="presOf" srcId="{4DD5FF79-A48C-40C0-9D38-F786E632C607}" destId="{D7FCA22E-818E-4AD5-888D-E31A43A3E696}" srcOrd="0" destOrd="0" presId="urn:microsoft.com/office/officeart/2018/2/layout/IconLabelList"/>
    <dgm:cxn modelId="{BCB07FA4-1E45-46EA-94E7-943EA751F4A6}" type="presOf" srcId="{0D561381-7B3F-42C7-9906-ABA1D45F7416}" destId="{C5FEA246-C686-451B-B9EE-C92923B15207}" srcOrd="0" destOrd="0" presId="urn:microsoft.com/office/officeart/2018/2/layout/IconLabelList"/>
    <dgm:cxn modelId="{24FB8EAC-A624-4709-8132-F7D6AA27689A}" srcId="{0FE546DF-F1F7-4181-B840-E3BCEE9F78A5}" destId="{74CCBEC5-D4EA-4385-BA96-F7718ED08470}" srcOrd="5" destOrd="0" parTransId="{6FE9B986-2968-4A4B-85E4-0896B5D1BE2D}" sibTransId="{0FC94041-91E0-4F55-A4E8-B326496A1BC8}"/>
    <dgm:cxn modelId="{240292B6-8C8C-4294-97DB-44B196AF7C32}" srcId="{0FE546DF-F1F7-4181-B840-E3BCEE9F78A5}" destId="{0D561381-7B3F-42C7-9906-ABA1D45F7416}" srcOrd="1" destOrd="0" parTransId="{EB6B0BB2-C2AB-47BB-8B82-8D1396A5F0D1}" sibTransId="{2078137C-9A74-429B-836E-9CB97E46DAF6}"/>
    <dgm:cxn modelId="{F71356DF-6AA7-4961-B280-C047087A11AE}" srcId="{0FE546DF-F1F7-4181-B840-E3BCEE9F78A5}" destId="{DF274005-B8C0-483C-87B5-704D375B5657}" srcOrd="2" destOrd="0" parTransId="{6E656968-0884-4505-83D5-31BF35DF2588}" sibTransId="{062D41ED-1843-4856-8807-96CD38C1370D}"/>
    <dgm:cxn modelId="{852029FF-A332-4E72-B3B5-DD9B2BA857BE}" type="presOf" srcId="{74CCBEC5-D4EA-4385-BA96-F7718ED08470}" destId="{9F4ACE21-C2A3-4AA5-A1BC-AE9C5A286AF3}" srcOrd="0" destOrd="0" presId="urn:microsoft.com/office/officeart/2018/2/layout/IconLabelList"/>
    <dgm:cxn modelId="{51D1480E-6239-4FA7-A63B-FD3A01F91284}" type="presParOf" srcId="{56D1F560-A9E6-4297-988E-18FA76088A72}" destId="{3B95AB20-900F-463D-A51C-A78BF51DE722}" srcOrd="0" destOrd="0" presId="urn:microsoft.com/office/officeart/2018/2/layout/IconLabelList"/>
    <dgm:cxn modelId="{E4263147-F0F9-4D8A-841D-10F104A6E98C}" type="presParOf" srcId="{3B95AB20-900F-463D-A51C-A78BF51DE722}" destId="{19E7A2B3-810C-4AFA-AFA2-B45313977322}" srcOrd="0" destOrd="0" presId="urn:microsoft.com/office/officeart/2018/2/layout/IconLabelList"/>
    <dgm:cxn modelId="{7E8A7CCD-5CA3-4202-B262-678CA4454FBE}" type="presParOf" srcId="{3B95AB20-900F-463D-A51C-A78BF51DE722}" destId="{A13BB165-42B3-4892-B4BE-B9C058B0372F}" srcOrd="1" destOrd="0" presId="urn:microsoft.com/office/officeart/2018/2/layout/IconLabelList"/>
    <dgm:cxn modelId="{793AAA0B-5F05-451C-B9C9-E04F54B3F6E8}" type="presParOf" srcId="{3B95AB20-900F-463D-A51C-A78BF51DE722}" destId="{4218D253-0807-444F-9FA3-EE7405D0F3B3}" srcOrd="2" destOrd="0" presId="urn:microsoft.com/office/officeart/2018/2/layout/IconLabelList"/>
    <dgm:cxn modelId="{B8885FB1-0DEE-4F73-A63A-C70C8FC2DC6C}" type="presParOf" srcId="{56D1F560-A9E6-4297-988E-18FA76088A72}" destId="{34499BAF-AFBA-48DE-BC24-08A104AC4F86}" srcOrd="1" destOrd="0" presId="urn:microsoft.com/office/officeart/2018/2/layout/IconLabelList"/>
    <dgm:cxn modelId="{7AD3D59A-9254-471F-A635-6315C076B48D}" type="presParOf" srcId="{56D1F560-A9E6-4297-988E-18FA76088A72}" destId="{96BDC941-1E30-452F-9B5B-C73A5B139AE4}" srcOrd="2" destOrd="0" presId="urn:microsoft.com/office/officeart/2018/2/layout/IconLabelList"/>
    <dgm:cxn modelId="{AC91D61F-FEC5-4DE2-AB51-58669CE7CD78}" type="presParOf" srcId="{96BDC941-1E30-452F-9B5B-C73A5B139AE4}" destId="{B1EE48B2-010C-464D-BA14-EE72B2151B5C}" srcOrd="0" destOrd="0" presId="urn:microsoft.com/office/officeart/2018/2/layout/IconLabelList"/>
    <dgm:cxn modelId="{14F7F5B4-5604-4FB9-8C57-86299559F983}" type="presParOf" srcId="{96BDC941-1E30-452F-9B5B-C73A5B139AE4}" destId="{CB7A38A5-16A1-41F9-BB59-298420118DEA}" srcOrd="1" destOrd="0" presId="urn:microsoft.com/office/officeart/2018/2/layout/IconLabelList"/>
    <dgm:cxn modelId="{6E2107BD-0D80-4BF4-A83C-C233FBCF86EF}" type="presParOf" srcId="{96BDC941-1E30-452F-9B5B-C73A5B139AE4}" destId="{C5FEA246-C686-451B-B9EE-C92923B15207}" srcOrd="2" destOrd="0" presId="urn:microsoft.com/office/officeart/2018/2/layout/IconLabelList"/>
    <dgm:cxn modelId="{344A1DD5-8DFB-4244-B687-495A573E6E2A}" type="presParOf" srcId="{56D1F560-A9E6-4297-988E-18FA76088A72}" destId="{7C429A5D-B010-4493-B9E4-86476814687B}" srcOrd="3" destOrd="0" presId="urn:microsoft.com/office/officeart/2018/2/layout/IconLabelList"/>
    <dgm:cxn modelId="{DEDE4D4D-FEA5-4F3B-BC5F-6B5C406CBD0B}" type="presParOf" srcId="{56D1F560-A9E6-4297-988E-18FA76088A72}" destId="{13B27F3F-6F3A-4FD1-8C33-4A13794DB924}" srcOrd="4" destOrd="0" presId="urn:microsoft.com/office/officeart/2018/2/layout/IconLabelList"/>
    <dgm:cxn modelId="{9ECBBE3B-0BA0-4475-AA56-8D6469955AAA}" type="presParOf" srcId="{13B27F3F-6F3A-4FD1-8C33-4A13794DB924}" destId="{ED28F2B4-8A7F-47B6-8EBD-375DBF76BDAB}" srcOrd="0" destOrd="0" presId="urn:microsoft.com/office/officeart/2018/2/layout/IconLabelList"/>
    <dgm:cxn modelId="{A20CA5A3-7EB6-45A2-9FBE-19D8C0539220}" type="presParOf" srcId="{13B27F3F-6F3A-4FD1-8C33-4A13794DB924}" destId="{6A7A16FA-F394-4278-A239-5572A70A5F34}" srcOrd="1" destOrd="0" presId="urn:microsoft.com/office/officeart/2018/2/layout/IconLabelList"/>
    <dgm:cxn modelId="{82E47E61-4A9A-4DC9-B38D-BCF84CB54EB5}" type="presParOf" srcId="{13B27F3F-6F3A-4FD1-8C33-4A13794DB924}" destId="{3CE7AD40-E76E-47AC-9BFA-B95A7EFE4C66}" srcOrd="2" destOrd="0" presId="urn:microsoft.com/office/officeart/2018/2/layout/IconLabelList"/>
    <dgm:cxn modelId="{E58FF7B5-A494-4489-844F-E14C9AD00002}" type="presParOf" srcId="{56D1F560-A9E6-4297-988E-18FA76088A72}" destId="{0133566D-4382-4138-85AB-51FF909B5D6D}" srcOrd="5" destOrd="0" presId="urn:microsoft.com/office/officeart/2018/2/layout/IconLabelList"/>
    <dgm:cxn modelId="{9C96A3F2-9972-4FF5-89A1-1819BD4F6237}" type="presParOf" srcId="{56D1F560-A9E6-4297-988E-18FA76088A72}" destId="{9A0823C7-BB6D-443D-88BD-F775F8B8313A}" srcOrd="6" destOrd="0" presId="urn:microsoft.com/office/officeart/2018/2/layout/IconLabelList"/>
    <dgm:cxn modelId="{52EC2744-F857-4CF4-A179-FD7C68DDB382}" type="presParOf" srcId="{9A0823C7-BB6D-443D-88BD-F775F8B8313A}" destId="{F6059EAD-BD0A-411B-B055-D52CBD5AE565}" srcOrd="0" destOrd="0" presId="urn:microsoft.com/office/officeart/2018/2/layout/IconLabelList"/>
    <dgm:cxn modelId="{AB88C141-93FA-4289-916D-5AB097C6CBB4}" type="presParOf" srcId="{9A0823C7-BB6D-443D-88BD-F775F8B8313A}" destId="{EA52FF40-8BAF-4A18-BC88-1B4D506EE400}" srcOrd="1" destOrd="0" presId="urn:microsoft.com/office/officeart/2018/2/layout/IconLabelList"/>
    <dgm:cxn modelId="{890442FA-FB28-490A-84EF-2C24D1C93298}" type="presParOf" srcId="{9A0823C7-BB6D-443D-88BD-F775F8B8313A}" destId="{D7FCA22E-818E-4AD5-888D-E31A43A3E696}" srcOrd="2" destOrd="0" presId="urn:microsoft.com/office/officeart/2018/2/layout/IconLabelList"/>
    <dgm:cxn modelId="{D89883BF-BAD1-4333-9ACA-273B707FF401}" type="presParOf" srcId="{56D1F560-A9E6-4297-988E-18FA76088A72}" destId="{94133174-43DF-443F-8111-1089F0841BF5}" srcOrd="7" destOrd="0" presId="urn:microsoft.com/office/officeart/2018/2/layout/IconLabelList"/>
    <dgm:cxn modelId="{C4E61E78-D35C-4EDA-B86A-1780EE80C542}" type="presParOf" srcId="{56D1F560-A9E6-4297-988E-18FA76088A72}" destId="{4F86D224-FB59-4072-8FE3-EC8698A44819}" srcOrd="8" destOrd="0" presId="urn:microsoft.com/office/officeart/2018/2/layout/IconLabelList"/>
    <dgm:cxn modelId="{AD422381-3545-474E-91BC-F2CC17A10DEC}" type="presParOf" srcId="{4F86D224-FB59-4072-8FE3-EC8698A44819}" destId="{045E1C43-3E1C-4CE5-B4CB-67A1022EE455}" srcOrd="0" destOrd="0" presId="urn:microsoft.com/office/officeart/2018/2/layout/IconLabelList"/>
    <dgm:cxn modelId="{451B2CB4-C539-43FF-A822-31335521EAFF}" type="presParOf" srcId="{4F86D224-FB59-4072-8FE3-EC8698A44819}" destId="{0B43A866-7F78-41D1-BF41-C4F61D17655D}" srcOrd="1" destOrd="0" presId="urn:microsoft.com/office/officeart/2018/2/layout/IconLabelList"/>
    <dgm:cxn modelId="{04DDB77F-D063-435E-969E-EFE8E5FF1592}" type="presParOf" srcId="{4F86D224-FB59-4072-8FE3-EC8698A44819}" destId="{7328FA03-0CDC-4B8C-AE9A-51ED8D9E377C}" srcOrd="2" destOrd="0" presId="urn:microsoft.com/office/officeart/2018/2/layout/IconLabelList"/>
    <dgm:cxn modelId="{793065AE-9743-429C-88F3-CECDFDEE90F8}" type="presParOf" srcId="{56D1F560-A9E6-4297-988E-18FA76088A72}" destId="{10F5A9E3-6E9F-4F1C-B8CB-D51C94A65697}" srcOrd="9" destOrd="0" presId="urn:microsoft.com/office/officeart/2018/2/layout/IconLabelList"/>
    <dgm:cxn modelId="{3FBF8A6E-2567-4DCB-B084-D525876AA784}" type="presParOf" srcId="{56D1F560-A9E6-4297-988E-18FA76088A72}" destId="{097DB36D-7493-4A62-BA6E-4CB87C764DF7}" srcOrd="10" destOrd="0" presId="urn:microsoft.com/office/officeart/2018/2/layout/IconLabelList"/>
    <dgm:cxn modelId="{D53451A5-0584-4DAC-8EC2-4493E57453B6}" type="presParOf" srcId="{097DB36D-7493-4A62-BA6E-4CB87C764DF7}" destId="{FA19D8E7-B420-49A1-BCD3-0EAB9D79F895}" srcOrd="0" destOrd="0" presId="urn:microsoft.com/office/officeart/2018/2/layout/IconLabelList"/>
    <dgm:cxn modelId="{2F922AFA-972B-45D4-927C-E4458B5820DD}" type="presParOf" srcId="{097DB36D-7493-4A62-BA6E-4CB87C764DF7}" destId="{71304BF7-9D07-4CE8-B614-8C61CB753AFE}" srcOrd="1" destOrd="0" presId="urn:microsoft.com/office/officeart/2018/2/layout/IconLabelList"/>
    <dgm:cxn modelId="{B245B96D-AF0F-4B3A-AE5C-AF091BAE2142}" type="presParOf" srcId="{097DB36D-7493-4A62-BA6E-4CB87C764DF7}" destId="{9F4ACE21-C2A3-4AA5-A1BC-AE9C5A286AF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0EFA1A-FDC3-4737-8C42-427C6019D6A1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EA17EF9-3BFE-491C-B46F-D57136436147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pt-BR" sz="1700" baseline="0">
              <a:solidFill>
                <a:srgbClr val="FFFFFF"/>
              </a:solidFill>
              <a:ea typeface="+mn-ea"/>
              <a:cs typeface="+mn-cs"/>
            </a:rPr>
            <a:t>📅</a:t>
          </a:r>
          <a:r>
            <a:rPr lang="pt-BR" sz="1700" baseline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pt-BR" sz="1700" baseline="0">
              <a:solidFill>
                <a:srgbClr val="FFFFFF"/>
              </a:solidFill>
              <a:ea typeface="+mn-ea"/>
              <a:cs typeface="+mn-cs"/>
            </a:rPr>
            <a:t>Data</a:t>
          </a:r>
          <a:r>
            <a:rPr lang="en-US" sz="1700" dirty="0">
              <a:solidFill>
                <a:srgbClr val="FFFFFF"/>
              </a:solidFill>
              <a:ea typeface="+mn-ea"/>
              <a:cs typeface="+mn-cs"/>
            </a:rPr>
            <a:t>​</a:t>
          </a:r>
        </a:p>
      </dgm:t>
    </dgm:pt>
    <dgm:pt modelId="{463630DA-8337-442E-95EA-A9F792CD3C09}" type="parTrans" cxnId="{CE71832A-53E8-4144-88F5-61833F06F249}">
      <dgm:prSet/>
      <dgm:spPr/>
      <dgm:t>
        <a:bodyPr/>
        <a:lstStyle/>
        <a:p>
          <a:endParaRPr lang="en-US"/>
        </a:p>
      </dgm:t>
    </dgm:pt>
    <dgm:pt modelId="{572A0238-F2BC-4F41-A323-5FEE8E13FD96}" type="sibTrans" cxnId="{CE71832A-53E8-4144-88F5-61833F06F249}">
      <dgm:prSet/>
      <dgm:spPr/>
      <dgm:t>
        <a:bodyPr/>
        <a:lstStyle/>
        <a:p>
          <a:endParaRPr lang="en-US"/>
        </a:p>
      </dgm:t>
    </dgm:pt>
    <dgm:pt modelId="{02EA67E0-0BA6-4CF5-8783-A0478A8B180D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pt-BR" sz="1700" baseline="0" dirty="0">
              <a:solidFill>
                <a:srgbClr val="FFFFFF"/>
              </a:solidFill>
              <a:ea typeface="+mn-ea"/>
              <a:cs typeface="+mn-cs"/>
            </a:rPr>
            <a:t>📦 </a:t>
          </a:r>
          <a:r>
            <a:rPr lang="pt-BR" sz="1700" baseline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Número</a:t>
          </a:r>
          <a:r>
            <a:rPr lang="pt-BR" sz="1700" baseline="0" dirty="0">
              <a:solidFill>
                <a:srgbClr val="FFFFFF"/>
              </a:solidFill>
              <a:ea typeface="+mn-ea"/>
              <a:cs typeface="+mn-cs"/>
            </a:rPr>
            <a:t> de </a:t>
          </a:r>
          <a:r>
            <a:rPr lang="pt-BR" sz="1700" baseline="0" dirty="0" err="1">
              <a:solidFill>
                <a:srgbClr val="FFFFFF"/>
              </a:solidFill>
              <a:ea typeface="+mn-ea"/>
              <a:cs typeface="+mn-cs"/>
            </a:rPr>
            <a:t>realeases</a:t>
          </a:r>
          <a:r>
            <a:rPr lang="en-US" sz="1700" dirty="0">
              <a:solidFill>
                <a:srgbClr val="FFFFFF"/>
              </a:solidFill>
              <a:ea typeface="+mn-ea"/>
              <a:cs typeface="+mn-cs"/>
            </a:rPr>
            <a:t>​</a:t>
          </a:r>
        </a:p>
      </dgm:t>
    </dgm:pt>
    <dgm:pt modelId="{185374B5-F5ED-4CDD-901A-FB5656070125}" type="parTrans" cxnId="{7E0AAEA9-38FC-46D2-B3A4-B2E1B3DEADEA}">
      <dgm:prSet/>
      <dgm:spPr/>
      <dgm:t>
        <a:bodyPr/>
        <a:lstStyle/>
        <a:p>
          <a:endParaRPr lang="en-US"/>
        </a:p>
      </dgm:t>
    </dgm:pt>
    <dgm:pt modelId="{5AB96248-993F-4950-8564-AC2B188B4F9C}" type="sibTrans" cxnId="{7E0AAEA9-38FC-46D2-B3A4-B2E1B3DEADEA}">
      <dgm:prSet/>
      <dgm:spPr/>
      <dgm:t>
        <a:bodyPr/>
        <a:lstStyle/>
        <a:p>
          <a:endParaRPr lang="en-US"/>
        </a:p>
      </dgm:t>
    </dgm:pt>
    <dgm:pt modelId="{ED4456CF-38E2-4D27-95FB-A36E289122D4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pt-BR" sz="1700" baseline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🎮Número</a:t>
          </a:r>
          <a:r>
            <a:rPr lang="pt-BR" sz="1700" baseline="0" dirty="0">
              <a:solidFill>
                <a:srgbClr val="FFFFFF"/>
              </a:solidFill>
              <a:ea typeface="+mn-ea"/>
              <a:cs typeface="+mn-cs"/>
            </a:rPr>
            <a:t> de jogadores</a:t>
          </a:r>
          <a:r>
            <a:rPr lang="en-US" sz="1700" dirty="0">
              <a:solidFill>
                <a:srgbClr val="FFFFFF"/>
              </a:solidFill>
              <a:ea typeface="+mn-ea"/>
              <a:cs typeface="+mn-cs"/>
            </a:rPr>
            <a:t>​</a:t>
          </a:r>
        </a:p>
      </dgm:t>
    </dgm:pt>
    <dgm:pt modelId="{6E064D3A-58EA-45FD-BE3D-BA732DCAF7F4}" type="parTrans" cxnId="{43D1108E-8681-42B8-925D-2A10348B4429}">
      <dgm:prSet/>
      <dgm:spPr/>
      <dgm:t>
        <a:bodyPr/>
        <a:lstStyle/>
        <a:p>
          <a:endParaRPr lang="en-US"/>
        </a:p>
      </dgm:t>
    </dgm:pt>
    <dgm:pt modelId="{1330CDD2-C369-4350-8860-ECAD1B943291}" type="sibTrans" cxnId="{43D1108E-8681-42B8-925D-2A10348B4429}">
      <dgm:prSet/>
      <dgm:spPr/>
      <dgm:t>
        <a:bodyPr/>
        <a:lstStyle/>
        <a:p>
          <a:endParaRPr lang="en-US"/>
        </a:p>
      </dgm:t>
    </dgm:pt>
    <dgm:pt modelId="{016957C1-3A6F-41D6-AEC2-613B4BE8DC78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pt-BR" sz="1700" baseline="0" dirty="0">
              <a:solidFill>
                <a:srgbClr val="FFFFFF"/>
              </a:solidFill>
              <a:ea typeface="+mn-ea"/>
              <a:cs typeface="+mn-cs"/>
            </a:rPr>
            <a:t>👤 Seguidores</a:t>
          </a:r>
          <a:r>
            <a:rPr lang="en-US" sz="1700" dirty="0">
              <a:solidFill>
                <a:srgbClr val="FFFFFF"/>
              </a:solidFill>
              <a:ea typeface="+mn-ea"/>
              <a:cs typeface="+mn-cs"/>
            </a:rPr>
            <a:t>​</a:t>
          </a:r>
        </a:p>
      </dgm:t>
    </dgm:pt>
    <dgm:pt modelId="{D8B3CC11-2552-4E48-8F9A-CEA8042F5FE0}" type="parTrans" cxnId="{38F92B65-D85A-476D-84D5-69AE6E5495A0}">
      <dgm:prSet/>
      <dgm:spPr/>
      <dgm:t>
        <a:bodyPr/>
        <a:lstStyle/>
        <a:p>
          <a:endParaRPr lang="en-US"/>
        </a:p>
      </dgm:t>
    </dgm:pt>
    <dgm:pt modelId="{F8A3D5DA-0357-4983-A891-9E39A75D30A3}" type="sibTrans" cxnId="{38F92B65-D85A-476D-84D5-69AE6E5495A0}">
      <dgm:prSet/>
      <dgm:spPr/>
      <dgm:t>
        <a:bodyPr/>
        <a:lstStyle/>
        <a:p>
          <a:endParaRPr lang="en-US"/>
        </a:p>
      </dgm:t>
    </dgm:pt>
    <dgm:pt modelId="{6842F539-B27E-454E-8E4C-B41CD469C680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pt-BR" sz="1900" baseline="0" dirty="0"/>
            <a:t>⭐ </a:t>
          </a:r>
          <a:r>
            <a:rPr lang="pt-BR" sz="1900" baseline="0" dirty="0">
              <a:solidFill>
                <a:srgbClr val="FFFFFF"/>
              </a:solidFill>
              <a:ea typeface="+mn-ea"/>
              <a:cs typeface="+mn-cs"/>
            </a:rPr>
            <a:t>Avaliações positivas e negativas</a:t>
          </a:r>
          <a:endParaRPr lang="en-US" sz="1700" dirty="0">
            <a:solidFill>
              <a:srgbClr val="FFFFFF"/>
            </a:solidFill>
            <a:ea typeface="+mn-ea"/>
            <a:cs typeface="+mn-cs"/>
          </a:endParaRPr>
        </a:p>
      </dgm:t>
    </dgm:pt>
    <dgm:pt modelId="{7D96F4E9-AC23-44B9-81C7-6D8DEA814396}" type="parTrans" cxnId="{04F3D5F8-8E85-4417-883F-F408714FDFA1}">
      <dgm:prSet/>
      <dgm:spPr/>
      <dgm:t>
        <a:bodyPr/>
        <a:lstStyle/>
        <a:p>
          <a:endParaRPr lang="en-US"/>
        </a:p>
      </dgm:t>
    </dgm:pt>
    <dgm:pt modelId="{EA03070C-2E47-4982-900B-3C12AED83215}" type="sibTrans" cxnId="{04F3D5F8-8E85-4417-883F-F408714FDFA1}">
      <dgm:prSet/>
      <dgm:spPr/>
      <dgm:t>
        <a:bodyPr/>
        <a:lstStyle/>
        <a:p>
          <a:endParaRPr lang="en-US"/>
        </a:p>
      </dgm:t>
    </dgm:pt>
    <dgm:pt modelId="{FDEF3023-8559-449A-A9A8-E1E45BC9402B}" type="pres">
      <dgm:prSet presAssocID="{520EFA1A-FDC3-4737-8C42-427C6019D6A1}" presName="linear" presStyleCnt="0">
        <dgm:presLayoutVars>
          <dgm:dir/>
          <dgm:animLvl val="lvl"/>
          <dgm:resizeHandles val="exact"/>
        </dgm:presLayoutVars>
      </dgm:prSet>
      <dgm:spPr/>
    </dgm:pt>
    <dgm:pt modelId="{6834C39C-5B24-47ED-9E15-45A00BE72A57}" type="pres">
      <dgm:prSet presAssocID="{8EA17EF9-3BFE-491C-B46F-D57136436147}" presName="parentLin" presStyleCnt="0"/>
      <dgm:spPr/>
    </dgm:pt>
    <dgm:pt modelId="{41DB83C1-52EB-4A98-93D9-2640C67D4D04}" type="pres">
      <dgm:prSet presAssocID="{8EA17EF9-3BFE-491C-B46F-D57136436147}" presName="parentLeftMargin" presStyleLbl="node1" presStyleIdx="0" presStyleCnt="5"/>
      <dgm:spPr/>
    </dgm:pt>
    <dgm:pt modelId="{8030EEB8-6955-46CF-973E-0BAA323435D9}" type="pres">
      <dgm:prSet presAssocID="{8EA17EF9-3BFE-491C-B46F-D5713643614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9053BF0-9958-4719-88FC-848042A2D325}" type="pres">
      <dgm:prSet presAssocID="{8EA17EF9-3BFE-491C-B46F-D57136436147}" presName="negativeSpace" presStyleCnt="0"/>
      <dgm:spPr/>
    </dgm:pt>
    <dgm:pt modelId="{49067778-0118-4F25-A479-CE77CD29FE79}" type="pres">
      <dgm:prSet presAssocID="{8EA17EF9-3BFE-491C-B46F-D57136436147}" presName="childText" presStyleLbl="conFgAcc1" presStyleIdx="0" presStyleCnt="5">
        <dgm:presLayoutVars>
          <dgm:bulletEnabled val="1"/>
        </dgm:presLayoutVars>
      </dgm:prSet>
      <dgm:spPr/>
    </dgm:pt>
    <dgm:pt modelId="{2B5E12B2-D9AA-4DB6-9337-42ABF689AF12}" type="pres">
      <dgm:prSet presAssocID="{572A0238-F2BC-4F41-A323-5FEE8E13FD96}" presName="spaceBetweenRectangles" presStyleCnt="0"/>
      <dgm:spPr/>
    </dgm:pt>
    <dgm:pt modelId="{4F9CDCA1-423A-4624-9433-32EF2EBF8BF1}" type="pres">
      <dgm:prSet presAssocID="{02EA67E0-0BA6-4CF5-8783-A0478A8B180D}" presName="parentLin" presStyleCnt="0"/>
      <dgm:spPr/>
    </dgm:pt>
    <dgm:pt modelId="{3021A15A-4311-4DC5-BEDB-6F30870A3160}" type="pres">
      <dgm:prSet presAssocID="{02EA67E0-0BA6-4CF5-8783-A0478A8B180D}" presName="parentLeftMargin" presStyleLbl="node1" presStyleIdx="0" presStyleCnt="5"/>
      <dgm:spPr/>
    </dgm:pt>
    <dgm:pt modelId="{989C1358-07F9-48CD-BAB8-C6E962FA6B86}" type="pres">
      <dgm:prSet presAssocID="{02EA67E0-0BA6-4CF5-8783-A0478A8B180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8C5972A-A1E9-488F-91E5-E0C57D046030}" type="pres">
      <dgm:prSet presAssocID="{02EA67E0-0BA6-4CF5-8783-A0478A8B180D}" presName="negativeSpace" presStyleCnt="0"/>
      <dgm:spPr/>
    </dgm:pt>
    <dgm:pt modelId="{A9156682-1E7A-4FF4-868C-B2A1FFFAD38A}" type="pres">
      <dgm:prSet presAssocID="{02EA67E0-0BA6-4CF5-8783-A0478A8B180D}" presName="childText" presStyleLbl="conFgAcc1" presStyleIdx="1" presStyleCnt="5">
        <dgm:presLayoutVars>
          <dgm:bulletEnabled val="1"/>
        </dgm:presLayoutVars>
      </dgm:prSet>
      <dgm:spPr/>
    </dgm:pt>
    <dgm:pt modelId="{CEE32F5D-F281-406D-BE3E-6BD2A892FD68}" type="pres">
      <dgm:prSet presAssocID="{5AB96248-993F-4950-8564-AC2B188B4F9C}" presName="spaceBetweenRectangles" presStyleCnt="0"/>
      <dgm:spPr/>
    </dgm:pt>
    <dgm:pt modelId="{ACF0983A-39A4-4220-959B-2925095E1997}" type="pres">
      <dgm:prSet presAssocID="{ED4456CF-38E2-4D27-95FB-A36E289122D4}" presName="parentLin" presStyleCnt="0"/>
      <dgm:spPr/>
    </dgm:pt>
    <dgm:pt modelId="{2E44716C-ABAC-4E93-A95A-EA25DD4F1633}" type="pres">
      <dgm:prSet presAssocID="{ED4456CF-38E2-4D27-95FB-A36E289122D4}" presName="parentLeftMargin" presStyleLbl="node1" presStyleIdx="1" presStyleCnt="5"/>
      <dgm:spPr/>
    </dgm:pt>
    <dgm:pt modelId="{2E57AE66-D1CC-4AF2-AC8F-C19819656CD4}" type="pres">
      <dgm:prSet presAssocID="{ED4456CF-38E2-4D27-95FB-A36E289122D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28F4557-925B-4866-B6D7-84E58ED63AA3}" type="pres">
      <dgm:prSet presAssocID="{ED4456CF-38E2-4D27-95FB-A36E289122D4}" presName="negativeSpace" presStyleCnt="0"/>
      <dgm:spPr/>
    </dgm:pt>
    <dgm:pt modelId="{AF6ABA92-10DC-4CF9-AE8B-ECA4FA7522D0}" type="pres">
      <dgm:prSet presAssocID="{ED4456CF-38E2-4D27-95FB-A36E289122D4}" presName="childText" presStyleLbl="conFgAcc1" presStyleIdx="2" presStyleCnt="5">
        <dgm:presLayoutVars>
          <dgm:bulletEnabled val="1"/>
        </dgm:presLayoutVars>
      </dgm:prSet>
      <dgm:spPr/>
    </dgm:pt>
    <dgm:pt modelId="{654A003A-B7DC-4DF9-BDF1-B94B438860CE}" type="pres">
      <dgm:prSet presAssocID="{1330CDD2-C369-4350-8860-ECAD1B943291}" presName="spaceBetweenRectangles" presStyleCnt="0"/>
      <dgm:spPr/>
    </dgm:pt>
    <dgm:pt modelId="{F6934869-AAB2-4374-9095-79D0E0D4AB5B}" type="pres">
      <dgm:prSet presAssocID="{016957C1-3A6F-41D6-AEC2-613B4BE8DC78}" presName="parentLin" presStyleCnt="0"/>
      <dgm:spPr/>
    </dgm:pt>
    <dgm:pt modelId="{7464CF43-7B7E-46DD-B8FA-9F37104B63EE}" type="pres">
      <dgm:prSet presAssocID="{016957C1-3A6F-41D6-AEC2-613B4BE8DC78}" presName="parentLeftMargin" presStyleLbl="node1" presStyleIdx="2" presStyleCnt="5"/>
      <dgm:spPr/>
    </dgm:pt>
    <dgm:pt modelId="{F99CF03A-1028-4C57-8714-9C744981EF3B}" type="pres">
      <dgm:prSet presAssocID="{016957C1-3A6F-41D6-AEC2-613B4BE8DC7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850933D-F26F-417B-8465-0A87F73D8FA6}" type="pres">
      <dgm:prSet presAssocID="{016957C1-3A6F-41D6-AEC2-613B4BE8DC78}" presName="negativeSpace" presStyleCnt="0"/>
      <dgm:spPr/>
    </dgm:pt>
    <dgm:pt modelId="{A7198B42-BB68-45E9-A7BC-9777FCA28A00}" type="pres">
      <dgm:prSet presAssocID="{016957C1-3A6F-41D6-AEC2-613B4BE8DC78}" presName="childText" presStyleLbl="conFgAcc1" presStyleIdx="3" presStyleCnt="5">
        <dgm:presLayoutVars>
          <dgm:bulletEnabled val="1"/>
        </dgm:presLayoutVars>
      </dgm:prSet>
      <dgm:spPr/>
    </dgm:pt>
    <dgm:pt modelId="{A23AC23F-2433-49DF-A301-1CFA2C10C3DC}" type="pres">
      <dgm:prSet presAssocID="{F8A3D5DA-0357-4983-A891-9E39A75D30A3}" presName="spaceBetweenRectangles" presStyleCnt="0"/>
      <dgm:spPr/>
    </dgm:pt>
    <dgm:pt modelId="{FB0CB0A3-2287-4453-92BB-C8A96B591F14}" type="pres">
      <dgm:prSet presAssocID="{6842F539-B27E-454E-8E4C-B41CD469C680}" presName="parentLin" presStyleCnt="0"/>
      <dgm:spPr/>
    </dgm:pt>
    <dgm:pt modelId="{F6E38ED8-4F9D-4B9A-A5C3-D5EA9C49C86F}" type="pres">
      <dgm:prSet presAssocID="{6842F539-B27E-454E-8E4C-B41CD469C680}" presName="parentLeftMargin" presStyleLbl="node1" presStyleIdx="3" presStyleCnt="5"/>
      <dgm:spPr/>
    </dgm:pt>
    <dgm:pt modelId="{0167E748-886E-41CD-90F5-97925669C7B8}" type="pres">
      <dgm:prSet presAssocID="{6842F539-B27E-454E-8E4C-B41CD469C680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5CD13C60-68F3-4BC4-9FBE-3AC3277400F0}" type="pres">
      <dgm:prSet presAssocID="{6842F539-B27E-454E-8E4C-B41CD469C680}" presName="negativeSpace" presStyleCnt="0"/>
      <dgm:spPr/>
    </dgm:pt>
    <dgm:pt modelId="{88316139-F02C-4A1B-9FD9-D5E3F4164726}" type="pres">
      <dgm:prSet presAssocID="{6842F539-B27E-454E-8E4C-B41CD469C680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01ACB902-B719-4B24-A73B-5C22CB4134D1}" type="presOf" srcId="{520EFA1A-FDC3-4737-8C42-427C6019D6A1}" destId="{FDEF3023-8559-449A-A9A8-E1E45BC9402B}" srcOrd="0" destOrd="0" presId="urn:microsoft.com/office/officeart/2005/8/layout/list1"/>
    <dgm:cxn modelId="{96FC9906-B485-402F-9872-383251FAD130}" type="presOf" srcId="{02EA67E0-0BA6-4CF5-8783-A0478A8B180D}" destId="{3021A15A-4311-4DC5-BEDB-6F30870A3160}" srcOrd="0" destOrd="0" presId="urn:microsoft.com/office/officeart/2005/8/layout/list1"/>
    <dgm:cxn modelId="{91637125-8757-4876-A684-AD1A303F0901}" type="presOf" srcId="{6842F539-B27E-454E-8E4C-B41CD469C680}" destId="{0167E748-886E-41CD-90F5-97925669C7B8}" srcOrd="1" destOrd="0" presId="urn:microsoft.com/office/officeart/2005/8/layout/list1"/>
    <dgm:cxn modelId="{CE71832A-53E8-4144-88F5-61833F06F249}" srcId="{520EFA1A-FDC3-4737-8C42-427C6019D6A1}" destId="{8EA17EF9-3BFE-491C-B46F-D57136436147}" srcOrd="0" destOrd="0" parTransId="{463630DA-8337-442E-95EA-A9F792CD3C09}" sibTransId="{572A0238-F2BC-4F41-A323-5FEE8E13FD96}"/>
    <dgm:cxn modelId="{1AD54641-D041-43C8-87E2-1C04E9870C48}" type="presOf" srcId="{ED4456CF-38E2-4D27-95FB-A36E289122D4}" destId="{2E57AE66-D1CC-4AF2-AC8F-C19819656CD4}" srcOrd="1" destOrd="0" presId="urn:microsoft.com/office/officeart/2005/8/layout/list1"/>
    <dgm:cxn modelId="{38F92B65-D85A-476D-84D5-69AE6E5495A0}" srcId="{520EFA1A-FDC3-4737-8C42-427C6019D6A1}" destId="{016957C1-3A6F-41D6-AEC2-613B4BE8DC78}" srcOrd="3" destOrd="0" parTransId="{D8B3CC11-2552-4E48-8F9A-CEA8042F5FE0}" sibTransId="{F8A3D5DA-0357-4983-A891-9E39A75D30A3}"/>
    <dgm:cxn modelId="{1A1C6269-C32B-406F-8C1A-C45000329029}" type="presOf" srcId="{02EA67E0-0BA6-4CF5-8783-A0478A8B180D}" destId="{989C1358-07F9-48CD-BAB8-C6E962FA6B86}" srcOrd="1" destOrd="0" presId="urn:microsoft.com/office/officeart/2005/8/layout/list1"/>
    <dgm:cxn modelId="{4E7FA085-2DC2-4D4D-960E-6DC42E0B6B6A}" type="presOf" srcId="{016957C1-3A6F-41D6-AEC2-613B4BE8DC78}" destId="{F99CF03A-1028-4C57-8714-9C744981EF3B}" srcOrd="1" destOrd="0" presId="urn:microsoft.com/office/officeart/2005/8/layout/list1"/>
    <dgm:cxn modelId="{F6E88686-A0B0-430C-99FB-A3D8FDB0343F}" type="presOf" srcId="{6842F539-B27E-454E-8E4C-B41CD469C680}" destId="{F6E38ED8-4F9D-4B9A-A5C3-D5EA9C49C86F}" srcOrd="0" destOrd="0" presId="urn:microsoft.com/office/officeart/2005/8/layout/list1"/>
    <dgm:cxn modelId="{43D1108E-8681-42B8-925D-2A10348B4429}" srcId="{520EFA1A-FDC3-4737-8C42-427C6019D6A1}" destId="{ED4456CF-38E2-4D27-95FB-A36E289122D4}" srcOrd="2" destOrd="0" parTransId="{6E064D3A-58EA-45FD-BE3D-BA732DCAF7F4}" sibTransId="{1330CDD2-C369-4350-8860-ECAD1B943291}"/>
    <dgm:cxn modelId="{7E0AAEA9-38FC-46D2-B3A4-B2E1B3DEADEA}" srcId="{520EFA1A-FDC3-4737-8C42-427C6019D6A1}" destId="{02EA67E0-0BA6-4CF5-8783-A0478A8B180D}" srcOrd="1" destOrd="0" parTransId="{185374B5-F5ED-4CDD-901A-FB5656070125}" sibTransId="{5AB96248-993F-4950-8564-AC2B188B4F9C}"/>
    <dgm:cxn modelId="{E901FFBC-A4A0-4E0B-BB35-22E7A20B58A9}" type="presOf" srcId="{016957C1-3A6F-41D6-AEC2-613B4BE8DC78}" destId="{7464CF43-7B7E-46DD-B8FA-9F37104B63EE}" srcOrd="0" destOrd="0" presId="urn:microsoft.com/office/officeart/2005/8/layout/list1"/>
    <dgm:cxn modelId="{7A0770EA-917D-4BF1-B01D-FE8329E56D45}" type="presOf" srcId="{8EA17EF9-3BFE-491C-B46F-D57136436147}" destId="{8030EEB8-6955-46CF-973E-0BAA323435D9}" srcOrd="1" destOrd="0" presId="urn:microsoft.com/office/officeart/2005/8/layout/list1"/>
    <dgm:cxn modelId="{927083F7-D299-4A46-9C18-3E9ACF37A6E0}" type="presOf" srcId="{8EA17EF9-3BFE-491C-B46F-D57136436147}" destId="{41DB83C1-52EB-4A98-93D9-2640C67D4D04}" srcOrd="0" destOrd="0" presId="urn:microsoft.com/office/officeart/2005/8/layout/list1"/>
    <dgm:cxn modelId="{04F3D5F8-8E85-4417-883F-F408714FDFA1}" srcId="{520EFA1A-FDC3-4737-8C42-427C6019D6A1}" destId="{6842F539-B27E-454E-8E4C-B41CD469C680}" srcOrd="4" destOrd="0" parTransId="{7D96F4E9-AC23-44B9-81C7-6D8DEA814396}" sibTransId="{EA03070C-2E47-4982-900B-3C12AED83215}"/>
    <dgm:cxn modelId="{1B0A93FA-BE9E-4C82-9536-9B8825DFA74A}" type="presOf" srcId="{ED4456CF-38E2-4D27-95FB-A36E289122D4}" destId="{2E44716C-ABAC-4E93-A95A-EA25DD4F1633}" srcOrd="0" destOrd="0" presId="urn:microsoft.com/office/officeart/2005/8/layout/list1"/>
    <dgm:cxn modelId="{53BD8309-67CA-4090-8C34-F2EA1538C54E}" type="presParOf" srcId="{FDEF3023-8559-449A-A9A8-E1E45BC9402B}" destId="{6834C39C-5B24-47ED-9E15-45A00BE72A57}" srcOrd="0" destOrd="0" presId="urn:microsoft.com/office/officeart/2005/8/layout/list1"/>
    <dgm:cxn modelId="{E9D47176-A5C0-4FBB-99FF-48A97B8A870A}" type="presParOf" srcId="{6834C39C-5B24-47ED-9E15-45A00BE72A57}" destId="{41DB83C1-52EB-4A98-93D9-2640C67D4D04}" srcOrd="0" destOrd="0" presId="urn:microsoft.com/office/officeart/2005/8/layout/list1"/>
    <dgm:cxn modelId="{59800280-7EE7-4B07-91E2-1E8C2D965E1F}" type="presParOf" srcId="{6834C39C-5B24-47ED-9E15-45A00BE72A57}" destId="{8030EEB8-6955-46CF-973E-0BAA323435D9}" srcOrd="1" destOrd="0" presId="urn:microsoft.com/office/officeart/2005/8/layout/list1"/>
    <dgm:cxn modelId="{E427DC37-4C2B-4007-9F88-B347B28F79FB}" type="presParOf" srcId="{FDEF3023-8559-449A-A9A8-E1E45BC9402B}" destId="{C9053BF0-9958-4719-88FC-848042A2D325}" srcOrd="1" destOrd="0" presId="urn:microsoft.com/office/officeart/2005/8/layout/list1"/>
    <dgm:cxn modelId="{E8ED3DB9-4EC7-45C9-A7A0-3CE8B60A57FE}" type="presParOf" srcId="{FDEF3023-8559-449A-A9A8-E1E45BC9402B}" destId="{49067778-0118-4F25-A479-CE77CD29FE79}" srcOrd="2" destOrd="0" presId="urn:microsoft.com/office/officeart/2005/8/layout/list1"/>
    <dgm:cxn modelId="{C26BA781-0B2A-4761-90BB-4A0DB0E48E7B}" type="presParOf" srcId="{FDEF3023-8559-449A-A9A8-E1E45BC9402B}" destId="{2B5E12B2-D9AA-4DB6-9337-42ABF689AF12}" srcOrd="3" destOrd="0" presId="urn:microsoft.com/office/officeart/2005/8/layout/list1"/>
    <dgm:cxn modelId="{46756552-98B3-4D1A-BA6B-F9A15213081E}" type="presParOf" srcId="{FDEF3023-8559-449A-A9A8-E1E45BC9402B}" destId="{4F9CDCA1-423A-4624-9433-32EF2EBF8BF1}" srcOrd="4" destOrd="0" presId="urn:microsoft.com/office/officeart/2005/8/layout/list1"/>
    <dgm:cxn modelId="{73B06E18-3A33-43FF-8607-9DA707BEBA70}" type="presParOf" srcId="{4F9CDCA1-423A-4624-9433-32EF2EBF8BF1}" destId="{3021A15A-4311-4DC5-BEDB-6F30870A3160}" srcOrd="0" destOrd="0" presId="urn:microsoft.com/office/officeart/2005/8/layout/list1"/>
    <dgm:cxn modelId="{540B8C73-9340-40CE-A92B-A68683455768}" type="presParOf" srcId="{4F9CDCA1-423A-4624-9433-32EF2EBF8BF1}" destId="{989C1358-07F9-48CD-BAB8-C6E962FA6B86}" srcOrd="1" destOrd="0" presId="urn:microsoft.com/office/officeart/2005/8/layout/list1"/>
    <dgm:cxn modelId="{2F868C24-CD23-48CB-A5A1-5F9228A11F5B}" type="presParOf" srcId="{FDEF3023-8559-449A-A9A8-E1E45BC9402B}" destId="{F8C5972A-A1E9-488F-91E5-E0C57D046030}" srcOrd="5" destOrd="0" presId="urn:microsoft.com/office/officeart/2005/8/layout/list1"/>
    <dgm:cxn modelId="{223052F8-29B1-4053-ABAE-1C6CCC740E11}" type="presParOf" srcId="{FDEF3023-8559-449A-A9A8-E1E45BC9402B}" destId="{A9156682-1E7A-4FF4-868C-B2A1FFFAD38A}" srcOrd="6" destOrd="0" presId="urn:microsoft.com/office/officeart/2005/8/layout/list1"/>
    <dgm:cxn modelId="{6530CC32-4838-40C6-B64D-143F893E6042}" type="presParOf" srcId="{FDEF3023-8559-449A-A9A8-E1E45BC9402B}" destId="{CEE32F5D-F281-406D-BE3E-6BD2A892FD68}" srcOrd="7" destOrd="0" presId="urn:microsoft.com/office/officeart/2005/8/layout/list1"/>
    <dgm:cxn modelId="{0DF380F1-9BAE-43AA-874F-21445F3AE627}" type="presParOf" srcId="{FDEF3023-8559-449A-A9A8-E1E45BC9402B}" destId="{ACF0983A-39A4-4220-959B-2925095E1997}" srcOrd="8" destOrd="0" presId="urn:microsoft.com/office/officeart/2005/8/layout/list1"/>
    <dgm:cxn modelId="{8096AECE-287C-4B86-9714-068865227803}" type="presParOf" srcId="{ACF0983A-39A4-4220-959B-2925095E1997}" destId="{2E44716C-ABAC-4E93-A95A-EA25DD4F1633}" srcOrd="0" destOrd="0" presId="urn:microsoft.com/office/officeart/2005/8/layout/list1"/>
    <dgm:cxn modelId="{3C1D0357-365F-48A0-A8EF-CEA56D2BF49A}" type="presParOf" srcId="{ACF0983A-39A4-4220-959B-2925095E1997}" destId="{2E57AE66-D1CC-4AF2-AC8F-C19819656CD4}" srcOrd="1" destOrd="0" presId="urn:microsoft.com/office/officeart/2005/8/layout/list1"/>
    <dgm:cxn modelId="{16CBD696-6163-436C-9181-0F0C3D6F33C9}" type="presParOf" srcId="{FDEF3023-8559-449A-A9A8-E1E45BC9402B}" destId="{828F4557-925B-4866-B6D7-84E58ED63AA3}" srcOrd="9" destOrd="0" presId="urn:microsoft.com/office/officeart/2005/8/layout/list1"/>
    <dgm:cxn modelId="{D268ED2B-D9CA-4A76-88DE-384E6C2504CC}" type="presParOf" srcId="{FDEF3023-8559-449A-A9A8-E1E45BC9402B}" destId="{AF6ABA92-10DC-4CF9-AE8B-ECA4FA7522D0}" srcOrd="10" destOrd="0" presId="urn:microsoft.com/office/officeart/2005/8/layout/list1"/>
    <dgm:cxn modelId="{5355795C-D15C-4B50-979F-5CFEF2054AC6}" type="presParOf" srcId="{FDEF3023-8559-449A-A9A8-E1E45BC9402B}" destId="{654A003A-B7DC-4DF9-BDF1-B94B438860CE}" srcOrd="11" destOrd="0" presId="urn:microsoft.com/office/officeart/2005/8/layout/list1"/>
    <dgm:cxn modelId="{8CDCABD2-CC62-454E-8BF9-4A5AB5F90A65}" type="presParOf" srcId="{FDEF3023-8559-449A-A9A8-E1E45BC9402B}" destId="{F6934869-AAB2-4374-9095-79D0E0D4AB5B}" srcOrd="12" destOrd="0" presId="urn:microsoft.com/office/officeart/2005/8/layout/list1"/>
    <dgm:cxn modelId="{6A4C1B39-37CD-4DFE-8AD9-CED918761BB5}" type="presParOf" srcId="{F6934869-AAB2-4374-9095-79D0E0D4AB5B}" destId="{7464CF43-7B7E-46DD-B8FA-9F37104B63EE}" srcOrd="0" destOrd="0" presId="urn:microsoft.com/office/officeart/2005/8/layout/list1"/>
    <dgm:cxn modelId="{CE0AF799-2458-4193-93D4-55CBFB9919E0}" type="presParOf" srcId="{F6934869-AAB2-4374-9095-79D0E0D4AB5B}" destId="{F99CF03A-1028-4C57-8714-9C744981EF3B}" srcOrd="1" destOrd="0" presId="urn:microsoft.com/office/officeart/2005/8/layout/list1"/>
    <dgm:cxn modelId="{4E654DAF-E249-4080-A226-E84592C4EE65}" type="presParOf" srcId="{FDEF3023-8559-449A-A9A8-E1E45BC9402B}" destId="{4850933D-F26F-417B-8465-0A87F73D8FA6}" srcOrd="13" destOrd="0" presId="urn:microsoft.com/office/officeart/2005/8/layout/list1"/>
    <dgm:cxn modelId="{C8B6E704-65B9-4A50-B1F7-FD3737A5C690}" type="presParOf" srcId="{FDEF3023-8559-449A-A9A8-E1E45BC9402B}" destId="{A7198B42-BB68-45E9-A7BC-9777FCA28A00}" srcOrd="14" destOrd="0" presId="urn:microsoft.com/office/officeart/2005/8/layout/list1"/>
    <dgm:cxn modelId="{A249ACA4-B752-4D30-B8A2-4CBCD2528431}" type="presParOf" srcId="{FDEF3023-8559-449A-A9A8-E1E45BC9402B}" destId="{A23AC23F-2433-49DF-A301-1CFA2C10C3DC}" srcOrd="15" destOrd="0" presId="urn:microsoft.com/office/officeart/2005/8/layout/list1"/>
    <dgm:cxn modelId="{671BB7F4-5E92-4E67-9235-0BF3353CAD24}" type="presParOf" srcId="{FDEF3023-8559-449A-A9A8-E1E45BC9402B}" destId="{FB0CB0A3-2287-4453-92BB-C8A96B591F14}" srcOrd="16" destOrd="0" presId="urn:microsoft.com/office/officeart/2005/8/layout/list1"/>
    <dgm:cxn modelId="{A3408D25-324B-45EB-9A1E-78CD6C9A9D85}" type="presParOf" srcId="{FB0CB0A3-2287-4453-92BB-C8A96B591F14}" destId="{F6E38ED8-4F9D-4B9A-A5C3-D5EA9C49C86F}" srcOrd="0" destOrd="0" presId="urn:microsoft.com/office/officeart/2005/8/layout/list1"/>
    <dgm:cxn modelId="{3A478BFD-D53D-4039-A01C-862E0F7BC467}" type="presParOf" srcId="{FB0CB0A3-2287-4453-92BB-C8A96B591F14}" destId="{0167E748-886E-41CD-90F5-97925669C7B8}" srcOrd="1" destOrd="0" presId="urn:microsoft.com/office/officeart/2005/8/layout/list1"/>
    <dgm:cxn modelId="{58F16121-A2AC-4FFC-8423-AB3F984A3919}" type="presParOf" srcId="{FDEF3023-8559-449A-A9A8-E1E45BC9402B}" destId="{5CD13C60-68F3-4BC4-9FBE-3AC3277400F0}" srcOrd="17" destOrd="0" presId="urn:microsoft.com/office/officeart/2005/8/layout/list1"/>
    <dgm:cxn modelId="{7F8AD320-63BB-41B9-9089-341659AAF066}" type="presParOf" srcId="{FDEF3023-8559-449A-A9A8-E1E45BC9402B}" destId="{88316139-F02C-4A1B-9FD9-D5E3F4164726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C6D0329-A32E-49B1-871D-CFB60E1FE185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857561A-07F8-43EB-AFD5-CD6674C41BA9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 sz="2400" dirty="0"/>
            <a:t>Comentários de Jogadores (Reviews):</a:t>
          </a:r>
          <a:endParaRPr lang="en-US" sz="2400" dirty="0"/>
        </a:p>
      </dgm:t>
    </dgm:pt>
    <dgm:pt modelId="{7747DA19-B6DD-4A21-8E04-BFF0B34117A1}" type="parTrans" cxnId="{C9E4324A-19FC-4AD6-8CE5-8FDAA978CD03}">
      <dgm:prSet/>
      <dgm:spPr/>
      <dgm:t>
        <a:bodyPr/>
        <a:lstStyle/>
        <a:p>
          <a:endParaRPr lang="en-US"/>
        </a:p>
      </dgm:t>
    </dgm:pt>
    <dgm:pt modelId="{C86DD44A-F39A-4856-A8A2-C469DA46086D}" type="sibTrans" cxnId="{C9E4324A-19FC-4AD6-8CE5-8FDAA978CD03}">
      <dgm:prSet/>
      <dgm:spPr/>
      <dgm:t>
        <a:bodyPr/>
        <a:lstStyle/>
        <a:p>
          <a:endParaRPr lang="en-US"/>
        </a:p>
      </dgm:t>
    </dgm:pt>
    <dgm:pt modelId="{2394366C-6B6C-40DB-BACE-F38400B9331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2000" dirty="0"/>
            <a:t>coletados da API oficial da </a:t>
          </a:r>
          <a:r>
            <a:rPr lang="pt-BR" sz="2000" dirty="0" err="1"/>
            <a:t>Steam</a:t>
          </a:r>
          <a:r>
            <a:rPr lang="pt-BR" sz="2000" dirty="0"/>
            <a:t> com Limite de 5.000 reviews por jogo que Serviram para medir o sentimento (positivo, neutro ou negativo) dos jogadores em relação às atualizações lançadas</a:t>
          </a:r>
          <a:endParaRPr lang="en-US" sz="2000" dirty="0"/>
        </a:p>
      </dgm:t>
    </dgm:pt>
    <dgm:pt modelId="{678C48B0-AB76-47D5-9930-DE175713B130}" type="parTrans" cxnId="{78560F27-4A1B-487E-BB8B-3764FFD696A9}">
      <dgm:prSet/>
      <dgm:spPr/>
      <dgm:t>
        <a:bodyPr/>
        <a:lstStyle/>
        <a:p>
          <a:endParaRPr lang="en-US"/>
        </a:p>
      </dgm:t>
    </dgm:pt>
    <dgm:pt modelId="{FBF526D8-9F34-43B7-8BB7-DD67CB45CEF7}" type="sibTrans" cxnId="{78560F27-4A1B-487E-BB8B-3764FFD696A9}">
      <dgm:prSet/>
      <dgm:spPr/>
      <dgm:t>
        <a:bodyPr/>
        <a:lstStyle/>
        <a:p>
          <a:endParaRPr lang="en-US"/>
        </a:p>
      </dgm:t>
    </dgm:pt>
    <dgm:pt modelId="{7F3F23B8-3D1D-41C4-ACAA-2C9F44CC42A1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 sz="2400" dirty="0"/>
            <a:t>Notas de Atualização (</a:t>
          </a:r>
          <a:r>
            <a:rPr lang="pt-BR" sz="2400" dirty="0" err="1"/>
            <a:t>Patchnotes</a:t>
          </a:r>
          <a:r>
            <a:rPr lang="pt-BR" sz="2400" dirty="0"/>
            <a:t>):</a:t>
          </a:r>
          <a:endParaRPr lang="en-US" sz="2400" dirty="0"/>
        </a:p>
      </dgm:t>
    </dgm:pt>
    <dgm:pt modelId="{FF0D2C33-A8C6-4675-96D5-5CBBBB7C6648}" type="parTrans" cxnId="{2B588BD0-7F7A-4CB3-A5B0-4032E1438A45}">
      <dgm:prSet/>
      <dgm:spPr/>
      <dgm:t>
        <a:bodyPr/>
        <a:lstStyle/>
        <a:p>
          <a:endParaRPr lang="en-US"/>
        </a:p>
      </dgm:t>
    </dgm:pt>
    <dgm:pt modelId="{618C1A22-AF7C-437B-8651-3109A61FE3FE}" type="sibTrans" cxnId="{2B588BD0-7F7A-4CB3-A5B0-4032E1438A45}">
      <dgm:prSet/>
      <dgm:spPr/>
      <dgm:t>
        <a:bodyPr/>
        <a:lstStyle/>
        <a:p>
          <a:endParaRPr lang="en-US"/>
        </a:p>
      </dgm:t>
    </dgm:pt>
    <dgm:pt modelId="{4ACADE52-BC9B-4ECF-BE71-3824897197D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800" dirty="0"/>
            <a:t>também coletadas API oficial da </a:t>
          </a:r>
          <a:r>
            <a:rPr lang="pt-BR" sz="1800" dirty="0" err="1"/>
            <a:t>Steam</a:t>
          </a:r>
          <a:r>
            <a:rPr lang="pt-BR" sz="1800" dirty="0"/>
            <a:t> com Limite de 5.000 </a:t>
          </a:r>
          <a:r>
            <a:rPr lang="pt-BR" sz="1800" dirty="0" err="1"/>
            <a:t>patchnotes</a:t>
          </a:r>
          <a:r>
            <a:rPr lang="pt-BR" sz="1800" dirty="0"/>
            <a:t> por jogo que Representam as mudanças feitas pelos desenvolvedores — correções, novos conteúdos, balanceamentos, etc. Foram comparadas aos sentimentos das reviews para ver se o retorno dos jogadores correspondia às atualizações.</a:t>
          </a:r>
          <a:endParaRPr lang="en-US" sz="1800" dirty="0"/>
        </a:p>
      </dgm:t>
    </dgm:pt>
    <dgm:pt modelId="{E34357E6-3707-4316-98FA-87E97AA358BD}" type="parTrans" cxnId="{35CABB28-DD1F-41A1-BFD1-9D061129C766}">
      <dgm:prSet/>
      <dgm:spPr/>
      <dgm:t>
        <a:bodyPr/>
        <a:lstStyle/>
        <a:p>
          <a:endParaRPr lang="en-US"/>
        </a:p>
      </dgm:t>
    </dgm:pt>
    <dgm:pt modelId="{DD03D5B7-0AC5-45A0-923A-A10D1538DA2E}" type="sibTrans" cxnId="{35CABB28-DD1F-41A1-BFD1-9D061129C766}">
      <dgm:prSet/>
      <dgm:spPr/>
      <dgm:t>
        <a:bodyPr/>
        <a:lstStyle/>
        <a:p>
          <a:endParaRPr lang="en-US"/>
        </a:p>
      </dgm:t>
    </dgm:pt>
    <dgm:pt modelId="{37D67410-181A-494B-9D08-5EF9427A872D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 sz="2400" dirty="0"/>
            <a:t>Modelagem de Tópicos (LDA): </a:t>
          </a:r>
          <a:endParaRPr lang="en-US" sz="2400" dirty="0"/>
        </a:p>
      </dgm:t>
    </dgm:pt>
    <dgm:pt modelId="{1829D021-9398-4165-80C3-F1C13DE7BFFD}" type="parTrans" cxnId="{AD05CB15-9D10-472C-A047-FC8EDD6B901C}">
      <dgm:prSet/>
      <dgm:spPr/>
      <dgm:t>
        <a:bodyPr/>
        <a:lstStyle/>
        <a:p>
          <a:endParaRPr lang="en-US"/>
        </a:p>
      </dgm:t>
    </dgm:pt>
    <dgm:pt modelId="{6244A457-4307-4CEB-9485-3ACE1E7897AB}" type="sibTrans" cxnId="{AD05CB15-9D10-472C-A047-FC8EDD6B901C}">
      <dgm:prSet/>
      <dgm:spPr/>
      <dgm:t>
        <a:bodyPr/>
        <a:lstStyle/>
        <a:p>
          <a:endParaRPr lang="en-US"/>
        </a:p>
      </dgm:t>
    </dgm:pt>
    <dgm:pt modelId="{14F21CA3-A617-42DB-ABCB-6787AE8B841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2000" dirty="0"/>
            <a:t>esses dados foram processados por um </a:t>
          </a:r>
          <a:r>
            <a:rPr lang="pt-BR" sz="2000" dirty="0" err="1"/>
            <a:t>algoritimo</a:t>
          </a:r>
          <a:r>
            <a:rPr lang="pt-BR" sz="2000" dirty="0"/>
            <a:t> LDA para Extrair os principais tópicos semânticos das </a:t>
          </a:r>
          <a:r>
            <a:rPr lang="pt-BR" sz="2000" dirty="0" err="1"/>
            <a:t>patchnotes</a:t>
          </a:r>
          <a:r>
            <a:rPr lang="pt-BR" sz="2000" dirty="0"/>
            <a:t> e reviews — por exemplo, identificar se as atualizações falavam mais de “recompensas”, “bugs” ou “novos conteúdos”.</a:t>
          </a:r>
          <a:endParaRPr lang="en-US" sz="2000" dirty="0"/>
        </a:p>
      </dgm:t>
    </dgm:pt>
    <dgm:pt modelId="{3AD471C0-3B0D-4B1C-A721-9649650448CA}" type="parTrans" cxnId="{6A79C63E-5B3E-4932-A27E-0D6748A87DBB}">
      <dgm:prSet/>
      <dgm:spPr/>
      <dgm:t>
        <a:bodyPr/>
        <a:lstStyle/>
        <a:p>
          <a:endParaRPr lang="en-US"/>
        </a:p>
      </dgm:t>
    </dgm:pt>
    <dgm:pt modelId="{3B7A8C28-6FDE-442B-B376-AA853DFC14F6}" type="sibTrans" cxnId="{6A79C63E-5B3E-4932-A27E-0D6748A87DBB}">
      <dgm:prSet/>
      <dgm:spPr/>
      <dgm:t>
        <a:bodyPr/>
        <a:lstStyle/>
        <a:p>
          <a:endParaRPr lang="en-US"/>
        </a:p>
      </dgm:t>
    </dgm:pt>
    <dgm:pt modelId="{B16F95A2-C48C-4E7F-AD25-0D2889577AC4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 sz="2400" dirty="0"/>
            <a:t>Análise de Sentimentos (VADER): </a:t>
          </a:r>
          <a:endParaRPr lang="en-US" sz="2400" dirty="0"/>
        </a:p>
      </dgm:t>
    </dgm:pt>
    <dgm:pt modelId="{54ADC54C-434B-42CC-B598-3175C1AFCEC2}" type="parTrans" cxnId="{D2EC52C9-872F-493F-99EE-A919E64C984B}">
      <dgm:prSet/>
      <dgm:spPr/>
      <dgm:t>
        <a:bodyPr/>
        <a:lstStyle/>
        <a:p>
          <a:endParaRPr lang="en-US"/>
        </a:p>
      </dgm:t>
    </dgm:pt>
    <dgm:pt modelId="{80B23227-F120-4844-B261-9D599C6A814E}" type="sibTrans" cxnId="{D2EC52C9-872F-493F-99EE-A919E64C984B}">
      <dgm:prSet/>
      <dgm:spPr/>
      <dgm:t>
        <a:bodyPr/>
        <a:lstStyle/>
        <a:p>
          <a:endParaRPr lang="en-US"/>
        </a:p>
      </dgm:t>
    </dgm:pt>
    <dgm:pt modelId="{94557807-52DF-4EB1-8E3C-EA097817060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2000" dirty="0"/>
            <a:t>foi realizada para Atribuir um valor de sentimento entre -1 (muito negativo) e +1 (muito positivo) para cada comentário. Essas pontuações foram comparadas ao número de jogadores e tipos de atualização.</a:t>
          </a:r>
          <a:endParaRPr lang="en-US" sz="2000" dirty="0"/>
        </a:p>
      </dgm:t>
    </dgm:pt>
    <dgm:pt modelId="{3D5E3C6D-9B9E-4102-9F46-D96102E3FACD}" type="parTrans" cxnId="{4E7FB0A2-CB54-44EA-9346-3A4007F584CA}">
      <dgm:prSet/>
      <dgm:spPr/>
      <dgm:t>
        <a:bodyPr/>
        <a:lstStyle/>
        <a:p>
          <a:endParaRPr lang="en-US"/>
        </a:p>
      </dgm:t>
    </dgm:pt>
    <dgm:pt modelId="{8A617AE8-578A-4E82-965B-69E03A2E6F57}" type="sibTrans" cxnId="{4E7FB0A2-CB54-44EA-9346-3A4007F584CA}">
      <dgm:prSet/>
      <dgm:spPr/>
      <dgm:t>
        <a:bodyPr/>
        <a:lstStyle/>
        <a:p>
          <a:endParaRPr lang="en-US"/>
        </a:p>
      </dgm:t>
    </dgm:pt>
    <dgm:pt modelId="{3BE62BF6-23B9-40B1-93D6-C882E684951C}" type="pres">
      <dgm:prSet presAssocID="{7C6D0329-A32E-49B1-871D-CFB60E1FE185}" presName="Name0" presStyleCnt="0">
        <dgm:presLayoutVars>
          <dgm:dir/>
          <dgm:animLvl val="lvl"/>
          <dgm:resizeHandles val="exact"/>
        </dgm:presLayoutVars>
      </dgm:prSet>
      <dgm:spPr/>
    </dgm:pt>
    <dgm:pt modelId="{2D19F4E8-E0AF-4210-A837-E8DF149B0D0B}" type="pres">
      <dgm:prSet presAssocID="{4857561A-07F8-43EB-AFD5-CD6674C41BA9}" presName="linNode" presStyleCnt="0"/>
      <dgm:spPr/>
    </dgm:pt>
    <dgm:pt modelId="{F8AD9CE9-5CEA-412A-BE9E-77E21AAD2215}" type="pres">
      <dgm:prSet presAssocID="{4857561A-07F8-43EB-AFD5-CD6674C41BA9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5EA1B696-9449-4018-8994-2165F62379C1}" type="pres">
      <dgm:prSet presAssocID="{4857561A-07F8-43EB-AFD5-CD6674C41BA9}" presName="descendantText" presStyleLbl="alignAccFollowNode1" presStyleIdx="0" presStyleCnt="4">
        <dgm:presLayoutVars>
          <dgm:bulletEnabled/>
        </dgm:presLayoutVars>
      </dgm:prSet>
      <dgm:spPr/>
    </dgm:pt>
    <dgm:pt modelId="{F06A6BD9-2E6E-48AF-A9C0-9233F572A556}" type="pres">
      <dgm:prSet presAssocID="{C86DD44A-F39A-4856-A8A2-C469DA46086D}" presName="sp" presStyleCnt="0"/>
      <dgm:spPr/>
    </dgm:pt>
    <dgm:pt modelId="{D70B5A65-4736-4A8A-97F1-28944709D7CB}" type="pres">
      <dgm:prSet presAssocID="{7F3F23B8-3D1D-41C4-ACAA-2C9F44CC42A1}" presName="linNode" presStyleCnt="0"/>
      <dgm:spPr/>
    </dgm:pt>
    <dgm:pt modelId="{4325E495-DCF2-44BB-8310-C532D9331ED9}" type="pres">
      <dgm:prSet presAssocID="{7F3F23B8-3D1D-41C4-ACAA-2C9F44CC42A1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C8F82AB9-6158-493C-A944-073A7497EA68}" type="pres">
      <dgm:prSet presAssocID="{7F3F23B8-3D1D-41C4-ACAA-2C9F44CC42A1}" presName="descendantText" presStyleLbl="alignAccFollowNode1" presStyleIdx="1" presStyleCnt="4">
        <dgm:presLayoutVars>
          <dgm:bulletEnabled/>
        </dgm:presLayoutVars>
      </dgm:prSet>
      <dgm:spPr/>
    </dgm:pt>
    <dgm:pt modelId="{FF020457-160E-4497-BE83-CC4000815ECA}" type="pres">
      <dgm:prSet presAssocID="{618C1A22-AF7C-437B-8651-3109A61FE3FE}" presName="sp" presStyleCnt="0"/>
      <dgm:spPr/>
    </dgm:pt>
    <dgm:pt modelId="{CB4EEABE-2C7E-4E7C-8DF1-CC2E5F2A5096}" type="pres">
      <dgm:prSet presAssocID="{37D67410-181A-494B-9D08-5EF9427A872D}" presName="linNode" presStyleCnt="0"/>
      <dgm:spPr/>
    </dgm:pt>
    <dgm:pt modelId="{421B6D18-427D-4891-8337-FD16706870D0}" type="pres">
      <dgm:prSet presAssocID="{37D67410-181A-494B-9D08-5EF9427A872D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B6F5FBB7-ADBC-4406-9E48-5F38F00E0C95}" type="pres">
      <dgm:prSet presAssocID="{37D67410-181A-494B-9D08-5EF9427A872D}" presName="descendantText" presStyleLbl="alignAccFollowNode1" presStyleIdx="2" presStyleCnt="4">
        <dgm:presLayoutVars>
          <dgm:bulletEnabled/>
        </dgm:presLayoutVars>
      </dgm:prSet>
      <dgm:spPr/>
    </dgm:pt>
    <dgm:pt modelId="{64453E69-6F29-40F9-A371-8A4932941585}" type="pres">
      <dgm:prSet presAssocID="{6244A457-4307-4CEB-9485-3ACE1E7897AB}" presName="sp" presStyleCnt="0"/>
      <dgm:spPr/>
    </dgm:pt>
    <dgm:pt modelId="{7CE9CAEE-068F-483C-8ABB-D26CBD7BF2F3}" type="pres">
      <dgm:prSet presAssocID="{B16F95A2-C48C-4E7F-AD25-0D2889577AC4}" presName="linNode" presStyleCnt="0"/>
      <dgm:spPr/>
    </dgm:pt>
    <dgm:pt modelId="{F373E7ED-AA6E-4890-AA39-D5BC3B384E14}" type="pres">
      <dgm:prSet presAssocID="{B16F95A2-C48C-4E7F-AD25-0D2889577AC4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922239F0-AC07-4680-97B0-2914D2D43872}" type="pres">
      <dgm:prSet presAssocID="{B16F95A2-C48C-4E7F-AD25-0D2889577AC4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9014A404-D91F-41C8-B499-D9D43005FD6D}" type="presOf" srcId="{2394366C-6B6C-40DB-BACE-F38400B93315}" destId="{5EA1B696-9449-4018-8994-2165F62379C1}" srcOrd="0" destOrd="0" presId="urn:microsoft.com/office/officeart/2016/7/layout/VerticalSolidActionList"/>
    <dgm:cxn modelId="{AD05CB15-9D10-472C-A047-FC8EDD6B901C}" srcId="{7C6D0329-A32E-49B1-871D-CFB60E1FE185}" destId="{37D67410-181A-494B-9D08-5EF9427A872D}" srcOrd="2" destOrd="0" parTransId="{1829D021-9398-4165-80C3-F1C13DE7BFFD}" sibTransId="{6244A457-4307-4CEB-9485-3ACE1E7897AB}"/>
    <dgm:cxn modelId="{78560F27-4A1B-487E-BB8B-3764FFD696A9}" srcId="{4857561A-07F8-43EB-AFD5-CD6674C41BA9}" destId="{2394366C-6B6C-40DB-BACE-F38400B93315}" srcOrd="0" destOrd="0" parTransId="{678C48B0-AB76-47D5-9930-DE175713B130}" sibTransId="{FBF526D8-9F34-43B7-8BB7-DD67CB45CEF7}"/>
    <dgm:cxn modelId="{35CABB28-DD1F-41A1-BFD1-9D061129C766}" srcId="{7F3F23B8-3D1D-41C4-ACAA-2C9F44CC42A1}" destId="{4ACADE52-BC9B-4ECF-BE71-3824897197D2}" srcOrd="0" destOrd="0" parTransId="{E34357E6-3707-4316-98FA-87E97AA358BD}" sibTransId="{DD03D5B7-0AC5-45A0-923A-A10D1538DA2E}"/>
    <dgm:cxn modelId="{6A79C63E-5B3E-4932-A27E-0D6748A87DBB}" srcId="{37D67410-181A-494B-9D08-5EF9427A872D}" destId="{14F21CA3-A617-42DB-ABCB-6787AE8B8418}" srcOrd="0" destOrd="0" parTransId="{3AD471C0-3B0D-4B1C-A721-9649650448CA}" sibTransId="{3B7A8C28-6FDE-442B-B376-AA853DFC14F6}"/>
    <dgm:cxn modelId="{C9E4324A-19FC-4AD6-8CE5-8FDAA978CD03}" srcId="{7C6D0329-A32E-49B1-871D-CFB60E1FE185}" destId="{4857561A-07F8-43EB-AFD5-CD6674C41BA9}" srcOrd="0" destOrd="0" parTransId="{7747DA19-B6DD-4A21-8E04-BFF0B34117A1}" sibTransId="{C86DD44A-F39A-4856-A8A2-C469DA46086D}"/>
    <dgm:cxn modelId="{7757B852-34D6-48B0-A5EA-30663584E25E}" type="presOf" srcId="{14F21CA3-A617-42DB-ABCB-6787AE8B8418}" destId="{B6F5FBB7-ADBC-4406-9E48-5F38F00E0C95}" srcOrd="0" destOrd="0" presId="urn:microsoft.com/office/officeart/2016/7/layout/VerticalSolidActionList"/>
    <dgm:cxn modelId="{D559B87D-DB58-405D-9FE2-06405B14FB80}" type="presOf" srcId="{B16F95A2-C48C-4E7F-AD25-0D2889577AC4}" destId="{F373E7ED-AA6E-4890-AA39-D5BC3B384E14}" srcOrd="0" destOrd="0" presId="urn:microsoft.com/office/officeart/2016/7/layout/VerticalSolidActionList"/>
    <dgm:cxn modelId="{FAC4BB8D-BBD0-4313-A215-7848F78CB6CF}" type="presOf" srcId="{4857561A-07F8-43EB-AFD5-CD6674C41BA9}" destId="{F8AD9CE9-5CEA-412A-BE9E-77E21AAD2215}" srcOrd="0" destOrd="0" presId="urn:microsoft.com/office/officeart/2016/7/layout/VerticalSolidActionList"/>
    <dgm:cxn modelId="{4E7FB0A2-CB54-44EA-9346-3A4007F584CA}" srcId="{B16F95A2-C48C-4E7F-AD25-0D2889577AC4}" destId="{94557807-52DF-4EB1-8E3C-EA0978170605}" srcOrd="0" destOrd="0" parTransId="{3D5E3C6D-9B9E-4102-9F46-D96102E3FACD}" sibTransId="{8A617AE8-578A-4E82-965B-69E03A2E6F57}"/>
    <dgm:cxn modelId="{7FB924AA-FEB5-425F-A2AE-0A29D56DCDC7}" type="presOf" srcId="{37D67410-181A-494B-9D08-5EF9427A872D}" destId="{421B6D18-427D-4891-8337-FD16706870D0}" srcOrd="0" destOrd="0" presId="urn:microsoft.com/office/officeart/2016/7/layout/VerticalSolidActionList"/>
    <dgm:cxn modelId="{D2EC52C9-872F-493F-99EE-A919E64C984B}" srcId="{7C6D0329-A32E-49B1-871D-CFB60E1FE185}" destId="{B16F95A2-C48C-4E7F-AD25-0D2889577AC4}" srcOrd="3" destOrd="0" parTransId="{54ADC54C-434B-42CC-B598-3175C1AFCEC2}" sibTransId="{80B23227-F120-4844-B261-9D599C6A814E}"/>
    <dgm:cxn modelId="{2B588BD0-7F7A-4CB3-A5B0-4032E1438A45}" srcId="{7C6D0329-A32E-49B1-871D-CFB60E1FE185}" destId="{7F3F23B8-3D1D-41C4-ACAA-2C9F44CC42A1}" srcOrd="1" destOrd="0" parTransId="{FF0D2C33-A8C6-4675-96D5-5CBBBB7C6648}" sibTransId="{618C1A22-AF7C-437B-8651-3109A61FE3FE}"/>
    <dgm:cxn modelId="{9C7FCAE8-3053-44DF-9965-48E46B470658}" type="presOf" srcId="{7C6D0329-A32E-49B1-871D-CFB60E1FE185}" destId="{3BE62BF6-23B9-40B1-93D6-C882E684951C}" srcOrd="0" destOrd="0" presId="urn:microsoft.com/office/officeart/2016/7/layout/VerticalSolidActionList"/>
    <dgm:cxn modelId="{DE2D5AEA-8372-4505-B7D8-BCA7C3704274}" type="presOf" srcId="{94557807-52DF-4EB1-8E3C-EA0978170605}" destId="{922239F0-AC07-4680-97B0-2914D2D43872}" srcOrd="0" destOrd="0" presId="urn:microsoft.com/office/officeart/2016/7/layout/VerticalSolidActionList"/>
    <dgm:cxn modelId="{95209FEB-472E-4CD2-BC57-970B88F84017}" type="presOf" srcId="{7F3F23B8-3D1D-41C4-ACAA-2C9F44CC42A1}" destId="{4325E495-DCF2-44BB-8310-C532D9331ED9}" srcOrd="0" destOrd="0" presId="urn:microsoft.com/office/officeart/2016/7/layout/VerticalSolidActionList"/>
    <dgm:cxn modelId="{CCF057F4-01CC-4D2E-8CD6-2E11357443F8}" type="presOf" srcId="{4ACADE52-BC9B-4ECF-BE71-3824897197D2}" destId="{C8F82AB9-6158-493C-A944-073A7497EA68}" srcOrd="0" destOrd="0" presId="urn:microsoft.com/office/officeart/2016/7/layout/VerticalSolidActionList"/>
    <dgm:cxn modelId="{68ACAAE0-2918-4B8D-A36E-4144F766D477}" type="presParOf" srcId="{3BE62BF6-23B9-40B1-93D6-C882E684951C}" destId="{2D19F4E8-E0AF-4210-A837-E8DF149B0D0B}" srcOrd="0" destOrd="0" presId="urn:microsoft.com/office/officeart/2016/7/layout/VerticalSolidActionList"/>
    <dgm:cxn modelId="{920940FA-300A-4313-9B04-0032AF2C5BE5}" type="presParOf" srcId="{2D19F4E8-E0AF-4210-A837-E8DF149B0D0B}" destId="{F8AD9CE9-5CEA-412A-BE9E-77E21AAD2215}" srcOrd="0" destOrd="0" presId="urn:microsoft.com/office/officeart/2016/7/layout/VerticalSolidActionList"/>
    <dgm:cxn modelId="{7E7F68CE-2742-4F9E-B29D-29CC40B61F98}" type="presParOf" srcId="{2D19F4E8-E0AF-4210-A837-E8DF149B0D0B}" destId="{5EA1B696-9449-4018-8994-2165F62379C1}" srcOrd="1" destOrd="0" presId="urn:microsoft.com/office/officeart/2016/7/layout/VerticalSolidActionList"/>
    <dgm:cxn modelId="{2AEFE4E8-4A48-486E-8FB9-8B7A9382D00B}" type="presParOf" srcId="{3BE62BF6-23B9-40B1-93D6-C882E684951C}" destId="{F06A6BD9-2E6E-48AF-A9C0-9233F572A556}" srcOrd="1" destOrd="0" presId="urn:microsoft.com/office/officeart/2016/7/layout/VerticalSolidActionList"/>
    <dgm:cxn modelId="{78ED166E-2A49-4D68-89BE-E33B04E24ACD}" type="presParOf" srcId="{3BE62BF6-23B9-40B1-93D6-C882E684951C}" destId="{D70B5A65-4736-4A8A-97F1-28944709D7CB}" srcOrd="2" destOrd="0" presId="urn:microsoft.com/office/officeart/2016/7/layout/VerticalSolidActionList"/>
    <dgm:cxn modelId="{E1A2ADFF-77F2-40A7-AA93-3A2551F08855}" type="presParOf" srcId="{D70B5A65-4736-4A8A-97F1-28944709D7CB}" destId="{4325E495-DCF2-44BB-8310-C532D9331ED9}" srcOrd="0" destOrd="0" presId="urn:microsoft.com/office/officeart/2016/7/layout/VerticalSolidActionList"/>
    <dgm:cxn modelId="{F18D9CC9-EB51-492B-939E-6392BDA07F48}" type="presParOf" srcId="{D70B5A65-4736-4A8A-97F1-28944709D7CB}" destId="{C8F82AB9-6158-493C-A944-073A7497EA68}" srcOrd="1" destOrd="0" presId="urn:microsoft.com/office/officeart/2016/7/layout/VerticalSolidActionList"/>
    <dgm:cxn modelId="{EEE9422A-9017-400A-A1DB-4CFFD87D74A9}" type="presParOf" srcId="{3BE62BF6-23B9-40B1-93D6-C882E684951C}" destId="{FF020457-160E-4497-BE83-CC4000815ECA}" srcOrd="3" destOrd="0" presId="urn:microsoft.com/office/officeart/2016/7/layout/VerticalSolidActionList"/>
    <dgm:cxn modelId="{CE406941-FF48-4E98-BD80-D5A1CAC975F1}" type="presParOf" srcId="{3BE62BF6-23B9-40B1-93D6-C882E684951C}" destId="{CB4EEABE-2C7E-4E7C-8DF1-CC2E5F2A5096}" srcOrd="4" destOrd="0" presId="urn:microsoft.com/office/officeart/2016/7/layout/VerticalSolidActionList"/>
    <dgm:cxn modelId="{695505AD-2A1D-4163-866A-5BB23D7F05B7}" type="presParOf" srcId="{CB4EEABE-2C7E-4E7C-8DF1-CC2E5F2A5096}" destId="{421B6D18-427D-4891-8337-FD16706870D0}" srcOrd="0" destOrd="0" presId="urn:microsoft.com/office/officeart/2016/7/layout/VerticalSolidActionList"/>
    <dgm:cxn modelId="{BC7C0EFD-BA71-4237-856E-60E9E5F32B5E}" type="presParOf" srcId="{CB4EEABE-2C7E-4E7C-8DF1-CC2E5F2A5096}" destId="{B6F5FBB7-ADBC-4406-9E48-5F38F00E0C95}" srcOrd="1" destOrd="0" presId="urn:microsoft.com/office/officeart/2016/7/layout/VerticalSolidActionList"/>
    <dgm:cxn modelId="{B8DE5707-0E3A-409E-920B-D31DB075B5DC}" type="presParOf" srcId="{3BE62BF6-23B9-40B1-93D6-C882E684951C}" destId="{64453E69-6F29-40F9-A371-8A4932941585}" srcOrd="5" destOrd="0" presId="urn:microsoft.com/office/officeart/2016/7/layout/VerticalSolidActionList"/>
    <dgm:cxn modelId="{5B069CBD-B8B5-47C3-AC77-B2F76791ADE0}" type="presParOf" srcId="{3BE62BF6-23B9-40B1-93D6-C882E684951C}" destId="{7CE9CAEE-068F-483C-8ABB-D26CBD7BF2F3}" srcOrd="6" destOrd="0" presId="urn:microsoft.com/office/officeart/2016/7/layout/VerticalSolidActionList"/>
    <dgm:cxn modelId="{046AFF33-3F51-4E05-9414-7DFF2DAD521D}" type="presParOf" srcId="{7CE9CAEE-068F-483C-8ABB-D26CBD7BF2F3}" destId="{F373E7ED-AA6E-4890-AA39-D5BC3B384E14}" srcOrd="0" destOrd="0" presId="urn:microsoft.com/office/officeart/2016/7/layout/VerticalSolidActionList"/>
    <dgm:cxn modelId="{432982AC-CA55-4609-9AE3-EB44201316B9}" type="presParOf" srcId="{7CE9CAEE-068F-483C-8ABB-D26CBD7BF2F3}" destId="{922239F0-AC07-4680-97B0-2914D2D43872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0F4A5B-8F5D-4F53-A7D5-594CBA30ED18}">
      <dsp:nvSpPr>
        <dsp:cNvPr id="0" name=""/>
        <dsp:cNvSpPr/>
      </dsp:nvSpPr>
      <dsp:spPr>
        <a:xfrm>
          <a:off x="0" y="0"/>
          <a:ext cx="8105228" cy="8489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Etapa 1. Seleção dos Jogos </a:t>
          </a:r>
          <a:endParaRPr lang="en-US" sz="2300" kern="1200"/>
        </a:p>
      </dsp:txBody>
      <dsp:txXfrm>
        <a:off x="24863" y="24863"/>
        <a:ext cx="7089875" cy="799176"/>
      </dsp:txXfrm>
    </dsp:sp>
    <dsp:sp modelId="{50E146C6-E891-4084-A7F2-A67C7EA53B33}">
      <dsp:nvSpPr>
        <dsp:cNvPr id="0" name=""/>
        <dsp:cNvSpPr/>
      </dsp:nvSpPr>
      <dsp:spPr>
        <a:xfrm>
          <a:off x="605260" y="966805"/>
          <a:ext cx="8105228" cy="8489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Etapa  2. Coleta de Dados   </a:t>
          </a:r>
          <a:endParaRPr lang="en-US" sz="2300" kern="1200"/>
        </a:p>
      </dsp:txBody>
      <dsp:txXfrm>
        <a:off x="630123" y="991668"/>
        <a:ext cx="6898455" cy="799176"/>
      </dsp:txXfrm>
    </dsp:sp>
    <dsp:sp modelId="{F2DF9FCA-B019-4118-B452-1C2BBD8D3E88}">
      <dsp:nvSpPr>
        <dsp:cNvPr id="0" name=""/>
        <dsp:cNvSpPr/>
      </dsp:nvSpPr>
      <dsp:spPr>
        <a:xfrm>
          <a:off x="1210521" y="1933611"/>
          <a:ext cx="8105228" cy="8489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Etapa  3. Processamento e Classificação dos Dados </a:t>
          </a:r>
          <a:endParaRPr lang="en-US" sz="2300" kern="1200"/>
        </a:p>
      </dsp:txBody>
      <dsp:txXfrm>
        <a:off x="1235384" y="1958474"/>
        <a:ext cx="6898455" cy="799176"/>
      </dsp:txXfrm>
    </dsp:sp>
    <dsp:sp modelId="{72FA1B48-8A8B-4849-9097-6382422FE358}">
      <dsp:nvSpPr>
        <dsp:cNvPr id="0" name=""/>
        <dsp:cNvSpPr/>
      </dsp:nvSpPr>
      <dsp:spPr>
        <a:xfrm>
          <a:off x="1815781" y="2900417"/>
          <a:ext cx="8105228" cy="84890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Etapa  4. Análise Comparativa</a:t>
          </a:r>
          <a:r>
            <a:rPr lang="pt-BR" sz="2300" kern="1200">
              <a:latin typeface="Grandview Display"/>
            </a:rPr>
            <a:t> </a:t>
          </a:r>
          <a:r>
            <a:rPr lang="pt-BR" sz="2300" kern="1200"/>
            <a:t> </a:t>
          </a:r>
          <a:endParaRPr lang="en-US" sz="2300" kern="1200"/>
        </a:p>
      </dsp:txBody>
      <dsp:txXfrm>
        <a:off x="1840644" y="2925280"/>
        <a:ext cx="6898455" cy="799176"/>
      </dsp:txXfrm>
    </dsp:sp>
    <dsp:sp modelId="{C2768F14-2100-4408-AE6F-29A90B5D5831}">
      <dsp:nvSpPr>
        <dsp:cNvPr id="0" name=""/>
        <dsp:cNvSpPr/>
      </dsp:nvSpPr>
      <dsp:spPr>
        <a:xfrm>
          <a:off x="2421042" y="3867223"/>
          <a:ext cx="8105228" cy="84890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>
              <a:latin typeface="Grandview Display"/>
            </a:rPr>
            <a:t>Etapa 5. </a:t>
          </a:r>
          <a:r>
            <a:rPr lang="pt-BR" sz="2300" b="1" kern="1200"/>
            <a:t>Interpretação dos Resultados</a:t>
          </a:r>
        </a:p>
      </dsp:txBody>
      <dsp:txXfrm>
        <a:off x="2445905" y="3892086"/>
        <a:ext cx="6898455" cy="799176"/>
      </dsp:txXfrm>
    </dsp:sp>
    <dsp:sp modelId="{88D80AB5-D337-469D-A63C-AB8D23C3411C}">
      <dsp:nvSpPr>
        <dsp:cNvPr id="0" name=""/>
        <dsp:cNvSpPr/>
      </dsp:nvSpPr>
      <dsp:spPr>
        <a:xfrm>
          <a:off x="7553441" y="620170"/>
          <a:ext cx="551786" cy="55178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7677593" y="620170"/>
        <a:ext cx="303482" cy="415219"/>
      </dsp:txXfrm>
    </dsp:sp>
    <dsp:sp modelId="{694D138B-45F7-4D31-8415-7168277ADF04}">
      <dsp:nvSpPr>
        <dsp:cNvPr id="0" name=""/>
        <dsp:cNvSpPr/>
      </dsp:nvSpPr>
      <dsp:spPr>
        <a:xfrm>
          <a:off x="8158702" y="1586976"/>
          <a:ext cx="551786" cy="55178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8282854" y="1586976"/>
        <a:ext cx="303482" cy="415219"/>
      </dsp:txXfrm>
    </dsp:sp>
    <dsp:sp modelId="{B4D33290-265F-4D09-80D9-3AA2C745C329}">
      <dsp:nvSpPr>
        <dsp:cNvPr id="0" name=""/>
        <dsp:cNvSpPr/>
      </dsp:nvSpPr>
      <dsp:spPr>
        <a:xfrm>
          <a:off x="8763963" y="2539633"/>
          <a:ext cx="551786" cy="551786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8888115" y="2539633"/>
        <a:ext cx="303482" cy="415219"/>
      </dsp:txXfrm>
    </dsp:sp>
    <dsp:sp modelId="{713E7E8C-B060-44BD-9A4D-9D76835735BD}">
      <dsp:nvSpPr>
        <dsp:cNvPr id="0" name=""/>
        <dsp:cNvSpPr/>
      </dsp:nvSpPr>
      <dsp:spPr>
        <a:xfrm>
          <a:off x="9369223" y="3515871"/>
          <a:ext cx="551786" cy="55178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9493375" y="3515871"/>
        <a:ext cx="303482" cy="4152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E7A2B3-810C-4AFA-AFA2-B45313977322}">
      <dsp:nvSpPr>
        <dsp:cNvPr id="0" name=""/>
        <dsp:cNvSpPr/>
      </dsp:nvSpPr>
      <dsp:spPr>
        <a:xfrm>
          <a:off x="625394" y="318457"/>
          <a:ext cx="698466" cy="6984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18D253-0807-444F-9FA3-EE7405D0F3B3}">
      <dsp:nvSpPr>
        <dsp:cNvPr id="0" name=""/>
        <dsp:cNvSpPr/>
      </dsp:nvSpPr>
      <dsp:spPr>
        <a:xfrm>
          <a:off x="198553" y="1249867"/>
          <a:ext cx="1552148" cy="620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i="1" kern="1200"/>
            <a:t>Action</a:t>
          </a:r>
          <a:r>
            <a:rPr lang="pt-BR" sz="2400" kern="1200"/>
            <a:t>, </a:t>
          </a:r>
          <a:endParaRPr lang="en-US" sz="2400" kern="1200"/>
        </a:p>
      </dsp:txBody>
      <dsp:txXfrm>
        <a:off x="198553" y="1249867"/>
        <a:ext cx="1552148" cy="620859"/>
      </dsp:txXfrm>
    </dsp:sp>
    <dsp:sp modelId="{B1EE48B2-010C-464D-BA14-EE72B2151B5C}">
      <dsp:nvSpPr>
        <dsp:cNvPr id="0" name=""/>
        <dsp:cNvSpPr/>
      </dsp:nvSpPr>
      <dsp:spPr>
        <a:xfrm>
          <a:off x="2449168" y="318457"/>
          <a:ext cx="698466" cy="6984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FEA246-C686-451B-B9EE-C92923B15207}">
      <dsp:nvSpPr>
        <dsp:cNvPr id="0" name=""/>
        <dsp:cNvSpPr/>
      </dsp:nvSpPr>
      <dsp:spPr>
        <a:xfrm>
          <a:off x="2022328" y="1249867"/>
          <a:ext cx="1552148" cy="620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i="1" kern="1200"/>
            <a:t>Adventure</a:t>
          </a:r>
          <a:r>
            <a:rPr lang="pt-BR" sz="2400" kern="1200"/>
            <a:t>, </a:t>
          </a:r>
          <a:endParaRPr lang="en-US" sz="2400" kern="1200"/>
        </a:p>
      </dsp:txBody>
      <dsp:txXfrm>
        <a:off x="2022328" y="1249867"/>
        <a:ext cx="1552148" cy="620859"/>
      </dsp:txXfrm>
    </dsp:sp>
    <dsp:sp modelId="{ED28F2B4-8A7F-47B6-8EBD-375DBF76BDAB}">
      <dsp:nvSpPr>
        <dsp:cNvPr id="0" name=""/>
        <dsp:cNvSpPr/>
      </dsp:nvSpPr>
      <dsp:spPr>
        <a:xfrm>
          <a:off x="4272943" y="318457"/>
          <a:ext cx="698466" cy="6984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E7AD40-E76E-47AC-9BFA-B95A7EFE4C66}">
      <dsp:nvSpPr>
        <dsp:cNvPr id="0" name=""/>
        <dsp:cNvSpPr/>
      </dsp:nvSpPr>
      <dsp:spPr>
        <a:xfrm>
          <a:off x="3846102" y="1249867"/>
          <a:ext cx="1552148" cy="620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i="1" kern="1200"/>
            <a:t>Casual</a:t>
          </a:r>
          <a:r>
            <a:rPr lang="pt-BR" sz="2400" kern="1200"/>
            <a:t>, </a:t>
          </a:r>
          <a:endParaRPr lang="en-US" sz="2400" kern="1200"/>
        </a:p>
      </dsp:txBody>
      <dsp:txXfrm>
        <a:off x="3846102" y="1249867"/>
        <a:ext cx="1552148" cy="620859"/>
      </dsp:txXfrm>
    </dsp:sp>
    <dsp:sp modelId="{F6059EAD-BD0A-411B-B055-D52CBD5AE565}">
      <dsp:nvSpPr>
        <dsp:cNvPr id="0" name=""/>
        <dsp:cNvSpPr/>
      </dsp:nvSpPr>
      <dsp:spPr>
        <a:xfrm>
          <a:off x="6096717" y="318457"/>
          <a:ext cx="698466" cy="6984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FCA22E-818E-4AD5-888D-E31A43A3E696}">
      <dsp:nvSpPr>
        <dsp:cNvPr id="0" name=""/>
        <dsp:cNvSpPr/>
      </dsp:nvSpPr>
      <dsp:spPr>
        <a:xfrm>
          <a:off x="5669876" y="1249867"/>
          <a:ext cx="1552148" cy="620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i="1" kern="1200"/>
            <a:t>Indie</a:t>
          </a:r>
          <a:r>
            <a:rPr lang="pt-BR" sz="2400" kern="1200"/>
            <a:t>, </a:t>
          </a:r>
          <a:endParaRPr lang="en-US" sz="2400" kern="1200"/>
        </a:p>
      </dsp:txBody>
      <dsp:txXfrm>
        <a:off x="5669876" y="1249867"/>
        <a:ext cx="1552148" cy="620859"/>
      </dsp:txXfrm>
    </dsp:sp>
    <dsp:sp modelId="{045E1C43-3E1C-4CE5-B4CB-67A1022EE455}">
      <dsp:nvSpPr>
        <dsp:cNvPr id="0" name=""/>
        <dsp:cNvSpPr/>
      </dsp:nvSpPr>
      <dsp:spPr>
        <a:xfrm>
          <a:off x="7920492" y="318457"/>
          <a:ext cx="698466" cy="69846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28FA03-0CDC-4B8C-AE9A-51ED8D9E377C}">
      <dsp:nvSpPr>
        <dsp:cNvPr id="0" name=""/>
        <dsp:cNvSpPr/>
      </dsp:nvSpPr>
      <dsp:spPr>
        <a:xfrm>
          <a:off x="7493651" y="1249867"/>
          <a:ext cx="1552148" cy="620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i="1" kern="1200"/>
            <a:t>Racing</a:t>
          </a:r>
          <a:endParaRPr lang="en-US" sz="2400" kern="1200"/>
        </a:p>
      </dsp:txBody>
      <dsp:txXfrm>
        <a:off x="7493651" y="1249867"/>
        <a:ext cx="1552148" cy="620859"/>
      </dsp:txXfrm>
    </dsp:sp>
    <dsp:sp modelId="{FA19D8E7-B420-49A1-BCD3-0EAB9D79F895}">
      <dsp:nvSpPr>
        <dsp:cNvPr id="0" name=""/>
        <dsp:cNvSpPr/>
      </dsp:nvSpPr>
      <dsp:spPr>
        <a:xfrm>
          <a:off x="9744266" y="318457"/>
          <a:ext cx="698466" cy="69846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4ACE21-C2A3-4AA5-A1BC-AE9C5A286AF3}">
      <dsp:nvSpPr>
        <dsp:cNvPr id="0" name=""/>
        <dsp:cNvSpPr/>
      </dsp:nvSpPr>
      <dsp:spPr>
        <a:xfrm>
          <a:off x="9317425" y="1249867"/>
          <a:ext cx="1552148" cy="620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i="1" kern="1200"/>
            <a:t>Strategy</a:t>
          </a:r>
          <a:r>
            <a:rPr lang="pt-BR" sz="2400" kern="1200"/>
            <a:t>.</a:t>
          </a:r>
          <a:endParaRPr lang="en-US" sz="2400" kern="1200"/>
        </a:p>
      </dsp:txBody>
      <dsp:txXfrm>
        <a:off x="9317425" y="1249867"/>
        <a:ext cx="1552148" cy="6208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067778-0118-4F25-A479-CE77CD29FE79}">
      <dsp:nvSpPr>
        <dsp:cNvPr id="0" name=""/>
        <dsp:cNvSpPr/>
      </dsp:nvSpPr>
      <dsp:spPr>
        <a:xfrm>
          <a:off x="0" y="728459"/>
          <a:ext cx="6733305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30EEB8-6955-46CF-973E-0BAA323435D9}">
      <dsp:nvSpPr>
        <dsp:cNvPr id="0" name=""/>
        <dsp:cNvSpPr/>
      </dsp:nvSpPr>
      <dsp:spPr>
        <a:xfrm>
          <a:off x="336665" y="418499"/>
          <a:ext cx="4713313" cy="619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152" tIns="0" rIns="178152" bIns="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baseline="0">
              <a:solidFill>
                <a:srgbClr val="FFFFFF"/>
              </a:solidFill>
              <a:ea typeface="+mn-ea"/>
              <a:cs typeface="+mn-cs"/>
            </a:rPr>
            <a:t>📅</a:t>
          </a:r>
          <a:r>
            <a:rPr lang="pt-BR" sz="2100" kern="1200" baseline="0">
              <a:solidFill>
                <a:srgbClr val="FFFFFF"/>
              </a:solidFill>
              <a:latin typeface="Grandview Display"/>
              <a:ea typeface="+mn-ea"/>
              <a:cs typeface="+mn-cs"/>
            </a:rPr>
            <a:t> </a:t>
          </a:r>
          <a:r>
            <a:rPr lang="pt-BR" sz="2100" kern="1200" baseline="0">
              <a:solidFill>
                <a:srgbClr val="FFFFFF"/>
              </a:solidFill>
              <a:ea typeface="+mn-ea"/>
              <a:cs typeface="+mn-cs"/>
            </a:rPr>
            <a:t>Data</a:t>
          </a:r>
          <a:r>
            <a:rPr lang="en-US" sz="2100" kern="1200" dirty="0">
              <a:solidFill>
                <a:srgbClr val="FFFFFF"/>
              </a:solidFill>
              <a:ea typeface="+mn-ea"/>
              <a:cs typeface="+mn-cs"/>
            </a:rPr>
            <a:t>​</a:t>
          </a:r>
        </a:p>
      </dsp:txBody>
      <dsp:txXfrm>
        <a:off x="366927" y="448761"/>
        <a:ext cx="4652789" cy="559396"/>
      </dsp:txXfrm>
    </dsp:sp>
    <dsp:sp modelId="{A9156682-1E7A-4FF4-868C-B2A1FFFAD38A}">
      <dsp:nvSpPr>
        <dsp:cNvPr id="0" name=""/>
        <dsp:cNvSpPr/>
      </dsp:nvSpPr>
      <dsp:spPr>
        <a:xfrm>
          <a:off x="0" y="1681019"/>
          <a:ext cx="6733305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9C1358-07F9-48CD-BAB8-C6E962FA6B86}">
      <dsp:nvSpPr>
        <dsp:cNvPr id="0" name=""/>
        <dsp:cNvSpPr/>
      </dsp:nvSpPr>
      <dsp:spPr>
        <a:xfrm>
          <a:off x="336665" y="1371059"/>
          <a:ext cx="4713313" cy="6199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152" tIns="0" rIns="178152" bIns="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baseline="0" dirty="0">
              <a:solidFill>
                <a:srgbClr val="FFFFFF"/>
              </a:solidFill>
              <a:ea typeface="+mn-ea"/>
              <a:cs typeface="+mn-cs"/>
            </a:rPr>
            <a:t>📦 </a:t>
          </a:r>
          <a:r>
            <a:rPr lang="pt-BR" sz="2100" kern="1200" baseline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Número</a:t>
          </a:r>
          <a:r>
            <a:rPr lang="pt-BR" sz="2100" kern="1200" baseline="0" dirty="0">
              <a:solidFill>
                <a:srgbClr val="FFFFFF"/>
              </a:solidFill>
              <a:ea typeface="+mn-ea"/>
              <a:cs typeface="+mn-cs"/>
            </a:rPr>
            <a:t> de </a:t>
          </a:r>
          <a:r>
            <a:rPr lang="pt-BR" sz="2100" kern="1200" baseline="0" dirty="0" err="1">
              <a:solidFill>
                <a:srgbClr val="FFFFFF"/>
              </a:solidFill>
              <a:ea typeface="+mn-ea"/>
              <a:cs typeface="+mn-cs"/>
            </a:rPr>
            <a:t>realeases</a:t>
          </a:r>
          <a:r>
            <a:rPr lang="en-US" sz="2100" kern="1200" dirty="0">
              <a:solidFill>
                <a:srgbClr val="FFFFFF"/>
              </a:solidFill>
              <a:ea typeface="+mn-ea"/>
              <a:cs typeface="+mn-cs"/>
            </a:rPr>
            <a:t>​</a:t>
          </a:r>
        </a:p>
      </dsp:txBody>
      <dsp:txXfrm>
        <a:off x="366927" y="1401321"/>
        <a:ext cx="4652789" cy="559396"/>
      </dsp:txXfrm>
    </dsp:sp>
    <dsp:sp modelId="{AF6ABA92-10DC-4CF9-AE8B-ECA4FA7522D0}">
      <dsp:nvSpPr>
        <dsp:cNvPr id="0" name=""/>
        <dsp:cNvSpPr/>
      </dsp:nvSpPr>
      <dsp:spPr>
        <a:xfrm>
          <a:off x="0" y="2633580"/>
          <a:ext cx="6733305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57AE66-D1CC-4AF2-AC8F-C19819656CD4}">
      <dsp:nvSpPr>
        <dsp:cNvPr id="0" name=""/>
        <dsp:cNvSpPr/>
      </dsp:nvSpPr>
      <dsp:spPr>
        <a:xfrm>
          <a:off x="336665" y="2323619"/>
          <a:ext cx="4713313" cy="6199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152" tIns="0" rIns="17815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baseline="0" dirty="0">
              <a:solidFill>
                <a:srgbClr val="FFFFFF"/>
              </a:solidFill>
              <a:latin typeface="Grandview Display"/>
              <a:ea typeface="+mn-ea"/>
              <a:cs typeface="+mn-cs"/>
            </a:rPr>
            <a:t>🎮Número</a:t>
          </a:r>
          <a:r>
            <a:rPr lang="pt-BR" sz="2100" kern="1200" baseline="0" dirty="0">
              <a:solidFill>
                <a:srgbClr val="FFFFFF"/>
              </a:solidFill>
              <a:ea typeface="+mn-ea"/>
              <a:cs typeface="+mn-cs"/>
            </a:rPr>
            <a:t> de jogadores</a:t>
          </a:r>
          <a:r>
            <a:rPr lang="en-US" sz="2100" kern="1200" dirty="0">
              <a:solidFill>
                <a:srgbClr val="FFFFFF"/>
              </a:solidFill>
              <a:ea typeface="+mn-ea"/>
              <a:cs typeface="+mn-cs"/>
            </a:rPr>
            <a:t>​</a:t>
          </a:r>
        </a:p>
      </dsp:txBody>
      <dsp:txXfrm>
        <a:off x="366927" y="2353881"/>
        <a:ext cx="4652789" cy="559396"/>
      </dsp:txXfrm>
    </dsp:sp>
    <dsp:sp modelId="{A7198B42-BB68-45E9-A7BC-9777FCA28A00}">
      <dsp:nvSpPr>
        <dsp:cNvPr id="0" name=""/>
        <dsp:cNvSpPr/>
      </dsp:nvSpPr>
      <dsp:spPr>
        <a:xfrm>
          <a:off x="0" y="3586140"/>
          <a:ext cx="6733305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9CF03A-1028-4C57-8714-9C744981EF3B}">
      <dsp:nvSpPr>
        <dsp:cNvPr id="0" name=""/>
        <dsp:cNvSpPr/>
      </dsp:nvSpPr>
      <dsp:spPr>
        <a:xfrm>
          <a:off x="336665" y="3276180"/>
          <a:ext cx="4713313" cy="6199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152" tIns="0" rIns="178152" bIns="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baseline="0" dirty="0">
              <a:solidFill>
                <a:srgbClr val="FFFFFF"/>
              </a:solidFill>
              <a:ea typeface="+mn-ea"/>
              <a:cs typeface="+mn-cs"/>
            </a:rPr>
            <a:t>👤 Seguidores</a:t>
          </a:r>
          <a:r>
            <a:rPr lang="en-US" sz="2100" kern="1200" dirty="0">
              <a:solidFill>
                <a:srgbClr val="FFFFFF"/>
              </a:solidFill>
              <a:ea typeface="+mn-ea"/>
              <a:cs typeface="+mn-cs"/>
            </a:rPr>
            <a:t>​</a:t>
          </a:r>
        </a:p>
      </dsp:txBody>
      <dsp:txXfrm>
        <a:off x="366927" y="3306442"/>
        <a:ext cx="4652789" cy="559396"/>
      </dsp:txXfrm>
    </dsp:sp>
    <dsp:sp modelId="{88316139-F02C-4A1B-9FD9-D5E3F4164726}">
      <dsp:nvSpPr>
        <dsp:cNvPr id="0" name=""/>
        <dsp:cNvSpPr/>
      </dsp:nvSpPr>
      <dsp:spPr>
        <a:xfrm>
          <a:off x="0" y="4538700"/>
          <a:ext cx="6733305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67E748-886E-41CD-90F5-97925669C7B8}">
      <dsp:nvSpPr>
        <dsp:cNvPr id="0" name=""/>
        <dsp:cNvSpPr/>
      </dsp:nvSpPr>
      <dsp:spPr>
        <a:xfrm>
          <a:off x="336665" y="4228740"/>
          <a:ext cx="4713313" cy="61992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152" tIns="0" rIns="178152" bIns="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baseline="0" dirty="0"/>
            <a:t>⭐ </a:t>
          </a:r>
          <a:r>
            <a:rPr lang="pt-BR" sz="2100" kern="1200" baseline="0" dirty="0">
              <a:solidFill>
                <a:srgbClr val="FFFFFF"/>
              </a:solidFill>
              <a:ea typeface="+mn-ea"/>
              <a:cs typeface="+mn-cs"/>
            </a:rPr>
            <a:t>Avaliações positivas e negativas</a:t>
          </a:r>
          <a:endParaRPr lang="en-US" sz="2100" kern="1200" dirty="0">
            <a:solidFill>
              <a:srgbClr val="FFFFFF"/>
            </a:solidFill>
            <a:ea typeface="+mn-ea"/>
            <a:cs typeface="+mn-cs"/>
          </a:endParaRPr>
        </a:p>
      </dsp:txBody>
      <dsp:txXfrm>
        <a:off x="366927" y="4259002"/>
        <a:ext cx="4652789" cy="5593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A1B696-9449-4018-8994-2165F62379C1}">
      <dsp:nvSpPr>
        <dsp:cNvPr id="0" name=""/>
        <dsp:cNvSpPr/>
      </dsp:nvSpPr>
      <dsp:spPr>
        <a:xfrm>
          <a:off x="2245919" y="2399"/>
          <a:ext cx="8983676" cy="124271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308" tIns="315651" rIns="174308" bIns="31565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coletados da API oficial da </a:t>
          </a:r>
          <a:r>
            <a:rPr lang="pt-BR" sz="2000" kern="1200" dirty="0" err="1"/>
            <a:t>Steam</a:t>
          </a:r>
          <a:r>
            <a:rPr lang="pt-BR" sz="2000" kern="1200" dirty="0"/>
            <a:t> com Limite de 5.000 reviews por jogo que Serviram para medir o sentimento (positivo, neutro ou negativo) dos jogadores em relação às atualizações lançadas</a:t>
          </a:r>
          <a:endParaRPr lang="en-US" sz="2000" kern="1200" dirty="0"/>
        </a:p>
      </dsp:txBody>
      <dsp:txXfrm>
        <a:off x="2245919" y="2399"/>
        <a:ext cx="8983676" cy="1242718"/>
      </dsp:txXfrm>
    </dsp:sp>
    <dsp:sp modelId="{F8AD9CE9-5CEA-412A-BE9E-77E21AAD2215}">
      <dsp:nvSpPr>
        <dsp:cNvPr id="0" name=""/>
        <dsp:cNvSpPr/>
      </dsp:nvSpPr>
      <dsp:spPr>
        <a:xfrm>
          <a:off x="0" y="2399"/>
          <a:ext cx="2245919" cy="12427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847" tIns="122753" rIns="118847" bIns="122753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2400" kern="1200" dirty="0"/>
            <a:t>Comentários de Jogadores (Reviews):</a:t>
          </a:r>
          <a:endParaRPr lang="en-US" sz="2400" kern="1200" dirty="0"/>
        </a:p>
      </dsp:txBody>
      <dsp:txXfrm>
        <a:off x="0" y="2399"/>
        <a:ext cx="2245919" cy="1242718"/>
      </dsp:txXfrm>
    </dsp:sp>
    <dsp:sp modelId="{C8F82AB9-6158-493C-A944-073A7497EA68}">
      <dsp:nvSpPr>
        <dsp:cNvPr id="0" name=""/>
        <dsp:cNvSpPr/>
      </dsp:nvSpPr>
      <dsp:spPr>
        <a:xfrm>
          <a:off x="2245919" y="1319680"/>
          <a:ext cx="8983676" cy="124271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308" tIns="315651" rIns="174308" bIns="31565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também coletadas API oficial da </a:t>
          </a:r>
          <a:r>
            <a:rPr lang="pt-BR" sz="1800" kern="1200" dirty="0" err="1"/>
            <a:t>Steam</a:t>
          </a:r>
          <a:r>
            <a:rPr lang="pt-BR" sz="1800" kern="1200" dirty="0"/>
            <a:t> com Limite de 5.000 </a:t>
          </a:r>
          <a:r>
            <a:rPr lang="pt-BR" sz="1800" kern="1200" dirty="0" err="1"/>
            <a:t>patchnotes</a:t>
          </a:r>
          <a:r>
            <a:rPr lang="pt-BR" sz="1800" kern="1200" dirty="0"/>
            <a:t> por jogo que Representam as mudanças feitas pelos desenvolvedores — correções, novos conteúdos, balanceamentos, etc. Foram comparadas aos sentimentos das reviews para ver se o retorno dos jogadores correspondia às atualizações.</a:t>
          </a:r>
          <a:endParaRPr lang="en-US" sz="1800" kern="1200" dirty="0"/>
        </a:p>
      </dsp:txBody>
      <dsp:txXfrm>
        <a:off x="2245919" y="1319680"/>
        <a:ext cx="8983676" cy="1242718"/>
      </dsp:txXfrm>
    </dsp:sp>
    <dsp:sp modelId="{4325E495-DCF2-44BB-8310-C532D9331ED9}">
      <dsp:nvSpPr>
        <dsp:cNvPr id="0" name=""/>
        <dsp:cNvSpPr/>
      </dsp:nvSpPr>
      <dsp:spPr>
        <a:xfrm>
          <a:off x="0" y="1319680"/>
          <a:ext cx="2245919" cy="124271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847" tIns="122753" rIns="118847" bIns="122753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2400" kern="1200" dirty="0"/>
            <a:t>Notas de Atualização (</a:t>
          </a:r>
          <a:r>
            <a:rPr lang="pt-BR" sz="2400" kern="1200" dirty="0" err="1"/>
            <a:t>Patchnotes</a:t>
          </a:r>
          <a:r>
            <a:rPr lang="pt-BR" sz="2400" kern="1200" dirty="0"/>
            <a:t>):</a:t>
          </a:r>
          <a:endParaRPr lang="en-US" sz="2400" kern="1200" dirty="0"/>
        </a:p>
      </dsp:txBody>
      <dsp:txXfrm>
        <a:off x="0" y="1319680"/>
        <a:ext cx="2245919" cy="1242718"/>
      </dsp:txXfrm>
    </dsp:sp>
    <dsp:sp modelId="{B6F5FBB7-ADBC-4406-9E48-5F38F00E0C95}">
      <dsp:nvSpPr>
        <dsp:cNvPr id="0" name=""/>
        <dsp:cNvSpPr/>
      </dsp:nvSpPr>
      <dsp:spPr>
        <a:xfrm>
          <a:off x="2245919" y="2636962"/>
          <a:ext cx="8983676" cy="1242718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308" tIns="315651" rIns="174308" bIns="31565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esses dados foram processados por um </a:t>
          </a:r>
          <a:r>
            <a:rPr lang="pt-BR" sz="2000" kern="1200" dirty="0" err="1"/>
            <a:t>algoritimo</a:t>
          </a:r>
          <a:r>
            <a:rPr lang="pt-BR" sz="2000" kern="1200" dirty="0"/>
            <a:t> LDA para Extrair os principais tópicos semânticos das </a:t>
          </a:r>
          <a:r>
            <a:rPr lang="pt-BR" sz="2000" kern="1200" dirty="0" err="1"/>
            <a:t>patchnotes</a:t>
          </a:r>
          <a:r>
            <a:rPr lang="pt-BR" sz="2000" kern="1200" dirty="0"/>
            <a:t> e reviews — por exemplo, identificar se as atualizações falavam mais de “recompensas”, “bugs” ou “novos conteúdos”.</a:t>
          </a:r>
          <a:endParaRPr lang="en-US" sz="2000" kern="1200" dirty="0"/>
        </a:p>
      </dsp:txBody>
      <dsp:txXfrm>
        <a:off x="2245919" y="2636962"/>
        <a:ext cx="8983676" cy="1242718"/>
      </dsp:txXfrm>
    </dsp:sp>
    <dsp:sp modelId="{421B6D18-427D-4891-8337-FD16706870D0}">
      <dsp:nvSpPr>
        <dsp:cNvPr id="0" name=""/>
        <dsp:cNvSpPr/>
      </dsp:nvSpPr>
      <dsp:spPr>
        <a:xfrm>
          <a:off x="0" y="2636962"/>
          <a:ext cx="2245919" cy="124271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847" tIns="122753" rIns="118847" bIns="122753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2400" kern="1200" dirty="0"/>
            <a:t>Modelagem de Tópicos (LDA): </a:t>
          </a:r>
          <a:endParaRPr lang="en-US" sz="2400" kern="1200" dirty="0"/>
        </a:p>
      </dsp:txBody>
      <dsp:txXfrm>
        <a:off x="0" y="2636962"/>
        <a:ext cx="2245919" cy="1242718"/>
      </dsp:txXfrm>
    </dsp:sp>
    <dsp:sp modelId="{922239F0-AC07-4680-97B0-2914D2D43872}">
      <dsp:nvSpPr>
        <dsp:cNvPr id="0" name=""/>
        <dsp:cNvSpPr/>
      </dsp:nvSpPr>
      <dsp:spPr>
        <a:xfrm>
          <a:off x="2245919" y="3954244"/>
          <a:ext cx="8983676" cy="124271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308" tIns="315651" rIns="174308" bIns="31565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foi realizada para Atribuir um valor de sentimento entre -1 (muito negativo) e +1 (muito positivo) para cada comentário. Essas pontuações foram comparadas ao número de jogadores e tipos de atualização.</a:t>
          </a:r>
          <a:endParaRPr lang="en-US" sz="2000" kern="1200" dirty="0"/>
        </a:p>
      </dsp:txBody>
      <dsp:txXfrm>
        <a:off x="2245919" y="3954244"/>
        <a:ext cx="8983676" cy="1242718"/>
      </dsp:txXfrm>
    </dsp:sp>
    <dsp:sp modelId="{F373E7ED-AA6E-4890-AA39-D5BC3B384E14}">
      <dsp:nvSpPr>
        <dsp:cNvPr id="0" name=""/>
        <dsp:cNvSpPr/>
      </dsp:nvSpPr>
      <dsp:spPr>
        <a:xfrm>
          <a:off x="0" y="3954244"/>
          <a:ext cx="2245919" cy="124271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847" tIns="122753" rIns="118847" bIns="122753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2400" kern="1200" dirty="0"/>
            <a:t>Análise de Sentimentos (VADER): </a:t>
          </a:r>
          <a:endParaRPr lang="en-US" sz="2400" kern="1200" dirty="0"/>
        </a:p>
      </dsp:txBody>
      <dsp:txXfrm>
        <a:off x="0" y="3954244"/>
        <a:ext cx="2245919" cy="1242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05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872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801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735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349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073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36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8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41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168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7000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037E93D-15DD-7901-DD20-D624C96D37C9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721693D-9BAC-C0F2-4E40-C435A0ADAD1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D2E442-2C29-4FB0-82D1-1B623971AAB3}" type="datetime1">
              <a:rPr lang="en-US"/>
              <a:pPr lvl="0"/>
              <a:t>11/1/2025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1FCFD8C-BB19-6041-2396-CB973090E6C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56CE710-55DE-1EB3-DE5B-55AA1B69D86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852BEE4-A547-49AF-ABF7-5D2BFDE91BC5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2561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5060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83" r:id="rId6"/>
    <p:sldLayoutId id="2147483879" r:id="rId7"/>
    <p:sldLayoutId id="2147483880" r:id="rId8"/>
    <p:sldLayoutId id="2147483881" r:id="rId9"/>
    <p:sldLayoutId id="2147483882" r:id="rId10"/>
    <p:sldLayoutId id="2147483884" r:id="rId11"/>
    <p:sldLayoutId id="2147483891" r:id="rId1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verleaf.com/project/6828c97a9f3837b7197f7846" TargetMode="External"/><Relationship Id="rId2" Type="http://schemas.openxmlformats.org/officeDocument/2006/relationships/hyperlink" Target="https://github.com/ICEI-PUC-Minas-PPLES-TI/plf-es-2025-1-ti6-3150100-analise-feedback-jogos.git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4" descr="Gadgets em uma mesa">
            <a:extLst>
              <a:ext uri="{FF2B5EF4-FFF2-40B4-BE49-F238E27FC236}">
                <a16:creationId xmlns:a16="http://schemas.microsoft.com/office/drawing/2014/main" id="{CE2BB72A-3137-4B71-AD73-031CDE8166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990" r="9085" b="21825"/>
          <a:stretch/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F4131DB-A9E0-B4E7-50FC-BCAD3C5118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10811891" cy="335585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800">
                <a:solidFill>
                  <a:srgbClr val="FFFFFF"/>
                </a:solidFill>
                <a:ea typeface="+mj-lt"/>
                <a:cs typeface="+mj-lt"/>
              </a:rPr>
              <a:t>Como </a:t>
            </a:r>
            <a:r>
              <a:rPr lang="en-US" sz="3800" err="1">
                <a:solidFill>
                  <a:srgbClr val="FFFFFF"/>
                </a:solidFill>
                <a:ea typeface="+mj-lt"/>
                <a:cs typeface="+mj-lt"/>
              </a:rPr>
              <a:t>Atualizações</a:t>
            </a:r>
            <a:r>
              <a:rPr lang="en-US" sz="3800">
                <a:solidFill>
                  <a:srgbClr val="FFFFFF"/>
                </a:solidFill>
                <a:ea typeface="+mj-lt"/>
                <a:cs typeface="+mj-lt"/>
              </a:rPr>
              <a:t> de </a:t>
            </a:r>
            <a:r>
              <a:rPr lang="en-US" sz="3800" err="1">
                <a:solidFill>
                  <a:srgbClr val="FFFFFF"/>
                </a:solidFill>
                <a:ea typeface="+mj-lt"/>
                <a:cs typeface="+mj-lt"/>
              </a:rPr>
              <a:t>Jogos</a:t>
            </a:r>
            <a:r>
              <a:rPr lang="en-US" sz="3800">
                <a:solidFill>
                  <a:srgbClr val="FFFFFF"/>
                </a:solidFill>
                <a:ea typeface="+mj-lt"/>
                <a:cs typeface="+mj-lt"/>
              </a:rPr>
              <a:t> Online </a:t>
            </a:r>
            <a:r>
              <a:rPr lang="en-US" sz="3800" err="1">
                <a:solidFill>
                  <a:srgbClr val="FFFFFF"/>
                </a:solidFill>
                <a:ea typeface="+mj-lt"/>
                <a:cs typeface="+mj-lt"/>
              </a:rPr>
              <a:t>Influenciam</a:t>
            </a:r>
            <a:r>
              <a:rPr lang="en-US" sz="380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sz="3800" err="1">
                <a:solidFill>
                  <a:srgbClr val="FFFFFF"/>
                </a:solidFill>
                <a:ea typeface="+mj-lt"/>
                <a:cs typeface="+mj-lt"/>
              </a:rPr>
              <a:t>Sentimentos</a:t>
            </a:r>
            <a:r>
              <a:rPr lang="en-US" sz="3800">
                <a:solidFill>
                  <a:srgbClr val="FFFFFF"/>
                </a:solidFill>
                <a:ea typeface="+mj-lt"/>
                <a:cs typeface="+mj-lt"/>
              </a:rPr>
              <a:t> e </a:t>
            </a:r>
            <a:r>
              <a:rPr lang="en-US" sz="3800" err="1">
                <a:solidFill>
                  <a:srgbClr val="FFFFFF"/>
                </a:solidFill>
                <a:ea typeface="+mj-lt"/>
                <a:cs typeface="+mj-lt"/>
              </a:rPr>
              <a:t>Engajamento</a:t>
            </a:r>
            <a:r>
              <a:rPr lang="en-US" sz="3800">
                <a:solidFill>
                  <a:srgbClr val="FFFFFF"/>
                </a:solidFill>
                <a:ea typeface="+mj-lt"/>
                <a:cs typeface="+mj-lt"/>
              </a:rPr>
              <a:t> dos </a:t>
            </a:r>
            <a:r>
              <a:rPr lang="en-US" sz="3800" err="1">
                <a:solidFill>
                  <a:srgbClr val="FFFFFF"/>
                </a:solidFill>
                <a:ea typeface="+mj-lt"/>
                <a:cs typeface="+mj-lt"/>
              </a:rPr>
              <a:t>Jogadores</a:t>
            </a:r>
            <a:endParaRPr lang="pt-BR" sz="3800" err="1">
              <a:solidFill>
                <a:srgbClr val="FFFFFF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CC72A3-71B8-0459-079B-36FC7040DB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6632341" cy="110472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400" b="1" cap="all" spc="300">
                <a:solidFill>
                  <a:srgbClr val="FFFFFF"/>
                </a:solidFill>
              </a:rPr>
              <a:t>Eduardo Brito, Lucas Machado, Mariana Alves, </a:t>
            </a:r>
            <a:r>
              <a:rPr lang="en-US" sz="1400" b="1" cap="all" spc="300">
                <a:solidFill>
                  <a:srgbClr val="FFFFFF"/>
                </a:solidFill>
                <a:ea typeface="+mn-lt"/>
                <a:cs typeface="+mn-lt"/>
              </a:rPr>
              <a:t>Nataniel Geraldo </a:t>
            </a:r>
            <a:r>
              <a:rPr lang="en-US" sz="1400" b="1" cap="all" spc="300">
                <a:solidFill>
                  <a:srgbClr val="FFFFFF"/>
                </a:solidFill>
              </a:rPr>
              <a:t>, Pedro Motta e Victor Lion</a:t>
            </a:r>
            <a:endParaRPr lang="pt-BR" sz="1400" b="1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4044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06BD704-01C2-4341-B99A-116CC7EC5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1" descr="Gadgets em uma mesa">
            <a:extLst>
              <a:ext uri="{FF2B5EF4-FFF2-40B4-BE49-F238E27FC236}">
                <a16:creationId xmlns:a16="http://schemas.microsoft.com/office/drawing/2014/main" id="{4686E580-D837-3472-25C2-75524CE6AD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56" b="2004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225C01B-A296-4FAA-AA46-794F27DF6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894" y="979075"/>
            <a:ext cx="5777024" cy="5074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6F952DD-5DED-7590-09C4-5645A244B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51" y="1352492"/>
            <a:ext cx="4898373" cy="1778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err="1">
                <a:ea typeface="+mj-lt"/>
                <a:cs typeface="+mj-lt"/>
              </a:rPr>
              <a:t>Caracterização</a:t>
            </a:r>
            <a:r>
              <a:rPr lang="en-US" sz="5400" dirty="0">
                <a:ea typeface="+mj-lt"/>
                <a:cs typeface="+mj-lt"/>
              </a:rPr>
              <a:t> dos dados</a:t>
            </a:r>
            <a:endParaRPr lang="pt-PT" sz="5400" dirty="0">
              <a:ea typeface="+mj-ea"/>
              <a:cs typeface="+mj-cs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2713E66-598D-4B8A-9D2A-67C7AF46E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5673" y="979075"/>
            <a:ext cx="0" cy="507492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CDC565-8D8F-7065-0B41-E1311A5EB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54" y="3424356"/>
            <a:ext cx="4665546" cy="229591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cap="all" spc="300" dirty="0" err="1"/>
              <a:t>Temos</a:t>
            </a:r>
            <a:r>
              <a:rPr lang="en-US" b="1" cap="all" spc="300" dirty="0"/>
              <a:t> 2 </a:t>
            </a:r>
            <a:r>
              <a:rPr lang="en-US" b="1" cap="all" spc="300" dirty="0" err="1"/>
              <a:t>tipos</a:t>
            </a:r>
            <a:r>
              <a:rPr lang="en-US" b="1" cap="all" spc="300" dirty="0"/>
              <a:t> de dados:</a:t>
            </a:r>
          </a:p>
          <a:p>
            <a:pPr marL="0" indent="0">
              <a:buNone/>
            </a:pPr>
            <a:r>
              <a:rPr lang="en-US" b="1" cap="all" spc="300" dirty="0" err="1"/>
              <a:t>Quantitativos</a:t>
            </a:r>
            <a:r>
              <a:rPr lang="en-US" b="1" cap="all" spc="300" dirty="0"/>
              <a:t> e </a:t>
            </a:r>
            <a:r>
              <a:rPr lang="en-US" b="1" cap="all" spc="300" dirty="0" err="1"/>
              <a:t>qualitativos</a:t>
            </a:r>
            <a:r>
              <a:rPr lang="en-US" b="1" cap="all" spc="300" dirty="0"/>
              <a:t> para </a:t>
            </a:r>
            <a:r>
              <a:rPr lang="en-US" b="1" cap="all" spc="300" dirty="0" err="1"/>
              <a:t>cada</a:t>
            </a:r>
            <a:r>
              <a:rPr lang="en-US" b="1" cap="all" spc="300" dirty="0"/>
              <a:t> </a:t>
            </a:r>
            <a:r>
              <a:rPr lang="en-US" b="1" cap="all" spc="300" dirty="0" err="1"/>
              <a:t>categoria</a:t>
            </a:r>
            <a:r>
              <a:rPr lang="en-US" b="1" cap="all" spc="300" dirty="0"/>
              <a:t> de </a:t>
            </a:r>
            <a:r>
              <a:rPr lang="en-US" b="1" cap="all" spc="300" dirty="0" err="1"/>
              <a:t>jogos</a:t>
            </a:r>
            <a:r>
              <a:rPr lang="en-US" b="1" cap="all" spc="3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4047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8CF4DC-4CEE-B171-2238-2B4611E28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908"/>
            <a:ext cx="10360152" cy="1139911"/>
          </a:xfrm>
        </p:spPr>
        <p:txBody>
          <a:bodyPr>
            <a:normAutofit/>
          </a:bodyPr>
          <a:lstStyle/>
          <a:p>
            <a:r>
              <a:rPr lang="pt-BR" b="0">
                <a:ea typeface="+mj-lt"/>
                <a:cs typeface="+mj-lt"/>
              </a:rPr>
              <a:t>Metodologia</a:t>
            </a:r>
            <a:endParaRPr lang="pt-BR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9C96FDC-E4C2-7D8A-44BA-572E7CD9E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Espaço Reservado para Conteúdo 2">
            <a:extLst>
              <a:ext uri="{FF2B5EF4-FFF2-40B4-BE49-F238E27FC236}">
                <a16:creationId xmlns:a16="http://schemas.microsoft.com/office/drawing/2014/main" id="{ECB2574A-A42B-5300-7D45-082D3B62DC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8809088"/>
              </p:ext>
            </p:extLst>
          </p:nvPr>
        </p:nvGraphicFramePr>
        <p:xfrm>
          <a:off x="836247" y="1581792"/>
          <a:ext cx="10526271" cy="47161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2964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19508-8EAB-B70C-B195-01C17BEA0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703" y="1296378"/>
            <a:ext cx="10905305" cy="1467066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pt-BR" sz="1800" dirty="0">
                <a:ea typeface="+mn-lt"/>
                <a:cs typeface="+mn-lt"/>
              </a:rPr>
              <a:t>Todos os dados utilizados nesta pesquisa foram extraídos da plataforma </a:t>
            </a:r>
            <a:r>
              <a:rPr lang="pt-BR" sz="1800" dirty="0" err="1">
                <a:ea typeface="+mn-lt"/>
                <a:cs typeface="+mn-lt"/>
              </a:rPr>
              <a:t>SteamDB</a:t>
            </a:r>
            <a:r>
              <a:rPr lang="pt-BR" sz="1800" dirty="0">
                <a:ea typeface="+mn-lt"/>
                <a:cs typeface="+mn-lt"/>
              </a:rPr>
              <a:t>, que disponibiliza métricas públicas sobre o desempenho e histórico dos jogos da </a:t>
            </a:r>
            <a:r>
              <a:rPr lang="pt-BR" sz="1800" dirty="0" err="1">
                <a:ea typeface="+mn-lt"/>
                <a:cs typeface="+mn-lt"/>
              </a:rPr>
              <a:t>Steam</a:t>
            </a:r>
            <a:r>
              <a:rPr lang="pt-BR" sz="1800" dirty="0">
                <a:ea typeface="+mn-lt"/>
                <a:cs typeface="+mn-lt"/>
              </a:rPr>
              <a:t>. </a:t>
            </a:r>
            <a:endParaRPr lang="pt-BR" sz="1800" dirty="0"/>
          </a:p>
          <a:p>
            <a:pPr algn="just"/>
            <a:r>
              <a:rPr lang="pt-BR" sz="1800" dirty="0">
                <a:ea typeface="+mn-lt"/>
                <a:cs typeface="+mn-lt"/>
              </a:rPr>
              <a:t>Foram selecionadas 6 categorias de jogos para o estudo.</a:t>
            </a:r>
            <a:endParaRPr lang="pt-BR" sz="18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548931-A9C9-4B8C-309D-6B68FE78F7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217622"/>
              </p:ext>
            </p:extLst>
          </p:nvPr>
        </p:nvGraphicFramePr>
        <p:xfrm>
          <a:off x="459507" y="2643694"/>
          <a:ext cx="11068128" cy="21891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4" name="Content Placeholder 2">
            <a:extLst>
              <a:ext uri="{FF2B5EF4-FFF2-40B4-BE49-F238E27FC236}">
                <a16:creationId xmlns:a16="http://schemas.microsoft.com/office/drawing/2014/main" id="{18DD987A-8DF1-F7E6-B192-A344E6C6C83C}"/>
              </a:ext>
            </a:extLst>
          </p:cNvPr>
          <p:cNvSpPr txBox="1">
            <a:spLocks/>
          </p:cNvSpPr>
          <p:nvPr/>
        </p:nvSpPr>
        <p:spPr>
          <a:xfrm>
            <a:off x="630112" y="5097149"/>
            <a:ext cx="11144928" cy="1066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de-DE"/>
            </a:defPPr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pt-BR" sz="1800">
                <a:ea typeface="+mn-lt"/>
                <a:cs typeface="+mn-lt"/>
              </a:rPr>
              <a:t>Para cada gênero, coletamos os </a:t>
            </a:r>
            <a:r>
              <a:rPr lang="pt-BR" sz="1800" b="1">
                <a:ea typeface="+mn-lt"/>
                <a:cs typeface="+mn-lt"/>
              </a:rPr>
              <a:t>10 jogos mais jogados</a:t>
            </a:r>
            <a:r>
              <a:rPr lang="pt-BR" sz="1800">
                <a:ea typeface="+mn-lt"/>
                <a:cs typeface="+mn-lt"/>
              </a:rPr>
              <a:t> e filtramos novamente para os jogos que possuem </a:t>
            </a:r>
            <a:r>
              <a:rPr lang="pt-BR" sz="1800" b="1">
                <a:ea typeface="+mn-lt"/>
                <a:cs typeface="+mn-lt"/>
              </a:rPr>
              <a:t>dados completos disponíveis :</a:t>
            </a:r>
            <a:endParaRPr lang="pt-BR" sz="1800"/>
          </a:p>
          <a:p>
            <a:pPr marL="0" indent="0" algn="just">
              <a:buNone/>
            </a:pPr>
            <a:endParaRPr lang="pt-BR"/>
          </a:p>
          <a:p>
            <a:pPr algn="just">
              <a:buFont typeface="Arial" panose="020B0604020202020204" pitchFamily="34" charset="0"/>
              <a:buChar char="•"/>
            </a:pPr>
            <a:endParaRPr lang="pt-BR"/>
          </a:p>
          <a:p>
            <a:pPr algn="just"/>
            <a:endParaRPr lang="pt-BR"/>
          </a:p>
        </p:txBody>
      </p:sp>
      <p:sp>
        <p:nvSpPr>
          <p:cNvPr id="230" name="Título 1">
            <a:extLst>
              <a:ext uri="{FF2B5EF4-FFF2-40B4-BE49-F238E27FC236}">
                <a16:creationId xmlns:a16="http://schemas.microsoft.com/office/drawing/2014/main" id="{729D4F39-E359-4696-6600-FB9F39341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853" y="264544"/>
            <a:ext cx="10360152" cy="550440"/>
          </a:xfrm>
        </p:spPr>
        <p:txBody>
          <a:bodyPr>
            <a:normAutofit fontScale="90000"/>
          </a:bodyPr>
          <a:lstStyle/>
          <a:p>
            <a:r>
              <a:rPr lang="pt-BR" b="0">
                <a:ea typeface="+mj-lt"/>
                <a:cs typeface="+mj-lt"/>
              </a:rPr>
              <a:t>Seleção dos jogos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4129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7" name="Rectangle 196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7D73D74-F1D9-9B31-394B-1F225B4AB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53" y="914400"/>
            <a:ext cx="3675888" cy="41579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1. Coleta de Dados Quantitativos </a:t>
            </a:r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9B5F4E67-4DB9-8422-13E5-B36FD48EC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6" name="CaixaDeTexto 183">
            <a:extLst>
              <a:ext uri="{FF2B5EF4-FFF2-40B4-BE49-F238E27FC236}">
                <a16:creationId xmlns:a16="http://schemas.microsoft.com/office/drawing/2014/main" id="{592B9FD0-5EFB-3F63-AC5C-84F50DD146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8811184"/>
              </p:ext>
            </p:extLst>
          </p:nvPr>
        </p:nvGraphicFramePr>
        <p:xfrm>
          <a:off x="4690151" y="533400"/>
          <a:ext cx="6733305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395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D99199-40EA-0B29-641C-443FDE959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">
            <a:extLst>
              <a:ext uri="{FF2B5EF4-FFF2-40B4-BE49-F238E27FC236}">
                <a16:creationId xmlns:a16="http://schemas.microsoft.com/office/drawing/2014/main" id="{CD61E048-9943-2410-488A-EA6888E84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795" y="189062"/>
            <a:ext cx="10360152" cy="1139911"/>
          </a:xfrm>
        </p:spPr>
        <p:txBody>
          <a:bodyPr>
            <a:normAutofit/>
          </a:bodyPr>
          <a:lstStyle/>
          <a:p>
            <a:r>
              <a:rPr lang="pt-BR" b="0" dirty="0">
                <a:ea typeface="+mj-lt"/>
                <a:cs typeface="+mj-lt"/>
              </a:rPr>
              <a:t>2. Coleta de Dados Qualitativos </a:t>
            </a:r>
            <a:endParaRPr lang="pt-PT" dirty="0"/>
          </a:p>
        </p:txBody>
      </p:sp>
      <p:graphicFrame>
        <p:nvGraphicFramePr>
          <p:cNvPr id="4" name="Espaço Reservado para Conteúdo 2">
            <a:extLst>
              <a:ext uri="{FF2B5EF4-FFF2-40B4-BE49-F238E27FC236}">
                <a16:creationId xmlns:a16="http://schemas.microsoft.com/office/drawing/2014/main" id="{00D3CDCC-7C12-F470-05CF-F077AD74EF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9706297"/>
              </p:ext>
            </p:extLst>
          </p:nvPr>
        </p:nvGraphicFramePr>
        <p:xfrm>
          <a:off x="555413" y="1331384"/>
          <a:ext cx="11229595" cy="5199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8012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4AC033-F843-7FA1-3686-82188B0DE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66E8511-A7B9-413F-4BB5-2A9DFF16A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A96694-2D34-FAC9-C19C-0A5B542C7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692" y="307675"/>
            <a:ext cx="11356147" cy="77944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pt-BR" b="0">
                <a:ea typeface="+mj-lt"/>
                <a:cs typeface="+mj-lt"/>
              </a:rPr>
              <a:t>Fluxo de processamento das Releases</a:t>
            </a:r>
            <a:endParaRPr lang="pt-BR" b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57FB462-E843-9678-DE8A-8698F3AD7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>
            <a:extLst>
              <a:ext uri="{FF2B5EF4-FFF2-40B4-BE49-F238E27FC236}">
                <a16:creationId xmlns:a16="http://schemas.microsoft.com/office/drawing/2014/main" id="{B72DBCA7-FDBE-D202-1151-D0F142FB77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007" r="-140" b="17647"/>
          <a:stretch>
            <a:fillRect/>
          </a:stretch>
        </p:blipFill>
        <p:spPr>
          <a:xfrm>
            <a:off x="952500" y="1552755"/>
            <a:ext cx="10301391" cy="435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14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170D1173-8856-552D-D8F1-25AF7879F7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723337"/>
              </p:ext>
            </p:extLst>
          </p:nvPr>
        </p:nvGraphicFramePr>
        <p:xfrm>
          <a:off x="546338" y="1337094"/>
          <a:ext cx="11102736" cy="5281927"/>
        </p:xfrm>
        <a:graphic>
          <a:graphicData uri="http://schemas.openxmlformats.org/drawingml/2006/table">
            <a:tbl>
              <a:tblPr firstRow="1" lastRow="1">
                <a:tableStyleId>{9D7B26C5-4107-4FEC-AEDC-1716B250A1EF}</a:tableStyleId>
              </a:tblPr>
              <a:tblGrid>
                <a:gridCol w="2775684">
                  <a:extLst>
                    <a:ext uri="{9D8B030D-6E8A-4147-A177-3AD203B41FA5}">
                      <a16:colId xmlns:a16="http://schemas.microsoft.com/office/drawing/2014/main" val="943986388"/>
                    </a:ext>
                  </a:extLst>
                </a:gridCol>
                <a:gridCol w="2775684">
                  <a:extLst>
                    <a:ext uri="{9D8B030D-6E8A-4147-A177-3AD203B41FA5}">
                      <a16:colId xmlns:a16="http://schemas.microsoft.com/office/drawing/2014/main" val="3079509631"/>
                    </a:ext>
                  </a:extLst>
                </a:gridCol>
                <a:gridCol w="2775684">
                  <a:extLst>
                    <a:ext uri="{9D8B030D-6E8A-4147-A177-3AD203B41FA5}">
                      <a16:colId xmlns:a16="http://schemas.microsoft.com/office/drawing/2014/main" val="2287546949"/>
                    </a:ext>
                  </a:extLst>
                </a:gridCol>
                <a:gridCol w="2775684">
                  <a:extLst>
                    <a:ext uri="{9D8B030D-6E8A-4147-A177-3AD203B41FA5}">
                      <a16:colId xmlns:a16="http://schemas.microsoft.com/office/drawing/2014/main" val="3696585932"/>
                    </a:ext>
                  </a:extLst>
                </a:gridCol>
              </a:tblGrid>
              <a:tr h="6602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  <a:effectLst/>
                        </a:rPr>
                        <a:t>Gênero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  <a:effectLst/>
                        </a:rPr>
                        <a:t>Nº jogos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  <a:effectLst/>
                        </a:rPr>
                        <a:t>Releases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  <a:effectLst/>
                        </a:rPr>
                        <a:t>Review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09025539"/>
                  </a:ext>
                </a:extLst>
              </a:tr>
              <a:tr h="6602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i="1" err="1">
                          <a:solidFill>
                            <a:schemeClr val="tx1"/>
                          </a:solidFill>
                          <a:effectLst/>
                        </a:rPr>
                        <a:t>Action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136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19.190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7589048"/>
                  </a:ext>
                </a:extLst>
              </a:tr>
              <a:tr h="6602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i="1">
                          <a:solidFill>
                            <a:schemeClr val="tx1"/>
                          </a:solidFill>
                          <a:effectLst/>
                        </a:rPr>
                        <a:t>Adventure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10.088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15.540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06363404"/>
                  </a:ext>
                </a:extLst>
              </a:tr>
              <a:tr h="6602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i="1">
                          <a:solidFill>
                            <a:schemeClr val="tx1"/>
                          </a:solidFill>
                          <a:effectLst/>
                        </a:rPr>
                        <a:t>Casual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2.535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19.991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94794573"/>
                  </a:ext>
                </a:extLst>
              </a:tr>
              <a:tr h="6602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i="1">
                          <a:solidFill>
                            <a:schemeClr val="tx1"/>
                          </a:solidFill>
                          <a:effectLst/>
                        </a:rPr>
                        <a:t>Indie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3.598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20.067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53841801"/>
                  </a:ext>
                </a:extLst>
              </a:tr>
              <a:tr h="6602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i="1">
                          <a:solidFill>
                            <a:schemeClr val="tx1"/>
                          </a:solidFill>
                          <a:effectLst/>
                        </a:rPr>
                        <a:t>Racing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6.402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10.326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88283380"/>
                  </a:ext>
                </a:extLst>
              </a:tr>
              <a:tr h="6602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i="1" err="1">
                          <a:solidFill>
                            <a:schemeClr val="tx1"/>
                          </a:solidFill>
                          <a:effectLst/>
                        </a:rPr>
                        <a:t>Strategy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3.919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12.156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6167792"/>
                  </a:ext>
                </a:extLst>
              </a:tr>
              <a:tr h="660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  <a:effectLst/>
                        </a:rPr>
                        <a:t>Total</a:t>
                      </a:r>
                      <a:endParaRPr lang="pt-BR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26.678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400">
                          <a:solidFill>
                            <a:schemeClr val="tx1"/>
                          </a:solidFill>
                        </a:rPr>
                        <a:t>97.270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41122063"/>
                  </a:ext>
                </a:extLst>
              </a:tr>
            </a:tbl>
          </a:graphicData>
        </a:graphic>
      </p:graphicFrame>
      <p:sp>
        <p:nvSpPr>
          <p:cNvPr id="13" name="Título 1">
            <a:extLst>
              <a:ext uri="{FF2B5EF4-FFF2-40B4-BE49-F238E27FC236}">
                <a16:creationId xmlns:a16="http://schemas.microsoft.com/office/drawing/2014/main" id="{118F21CF-0D0E-8AE9-EBA6-0B6461A36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795" y="189062"/>
            <a:ext cx="10360152" cy="1139911"/>
          </a:xfrm>
        </p:spPr>
        <p:txBody>
          <a:bodyPr>
            <a:normAutofit/>
          </a:bodyPr>
          <a:lstStyle/>
          <a:p>
            <a:r>
              <a:rPr lang="pt-BR" b="0">
                <a:ea typeface="+mj-lt"/>
                <a:cs typeface="+mj-lt"/>
              </a:rPr>
              <a:t>Dados analisados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8357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17702-F03B-E122-20C6-FF41BF8E5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F03BBE-CC36-0BF5-D7D7-D0E245A6AB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0593" y="379558"/>
            <a:ext cx="10360152" cy="113990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pt-BR" b="0"/>
              <a:t>Conclusão</a:t>
            </a:r>
            <a:endParaRPr lang="pt-B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5A1435-0E33-CD4D-713D-14ACF2288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370157"/>
            <a:ext cx="10890928" cy="234469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Não há grande variação de número de jogadores entre releases para um mesmo jogo;</a:t>
            </a:r>
            <a:endParaRPr lang="en-US"/>
          </a:p>
          <a:p>
            <a:r>
              <a:rPr lang="pt-BR"/>
              <a:t>A percepção das atualizações variam de acordo com o gênero;</a:t>
            </a:r>
          </a:p>
          <a:p>
            <a:r>
              <a:rPr lang="pt-BR"/>
              <a:t>Independente do sentimento médio dos jogadores, não há grande variação com o número de comentários;</a:t>
            </a:r>
          </a:p>
          <a:p>
            <a:r>
              <a:rPr lang="pt-BR"/>
              <a:t>Releases com temáticas mais genéricas tendem a agradar mais os jogadores;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4937B15-6070-EF35-3821-1157FECF078C}"/>
              </a:ext>
            </a:extLst>
          </p:cNvPr>
          <p:cNvSpPr txBox="1">
            <a:spLocks/>
          </p:cNvSpPr>
          <p:nvPr/>
        </p:nvSpPr>
        <p:spPr>
          <a:xfrm>
            <a:off x="427949" y="3745610"/>
            <a:ext cx="10360152" cy="113990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0" dirty="0"/>
              <a:t>Artigo </a:t>
            </a:r>
            <a:r>
              <a:rPr lang="pt-BR" b="0" dirty="0" err="1"/>
              <a:t>disponivel</a:t>
            </a:r>
            <a:r>
              <a:rPr lang="pt-BR" b="0" dirty="0"/>
              <a:t> em: </a:t>
            </a:r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826BFB2-3D4C-C65D-2A92-CF5106F1A419}"/>
              </a:ext>
            </a:extLst>
          </p:cNvPr>
          <p:cNvSpPr txBox="1"/>
          <p:nvPr/>
        </p:nvSpPr>
        <p:spPr>
          <a:xfrm>
            <a:off x="640522" y="4544391"/>
            <a:ext cx="10888869" cy="2369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https://github.com/ICEI-PUC-Minas-PPLES-TI/plf-es-2025-1-ti6-3150100-analise-feedback-jogos.git</a:t>
            </a:r>
            <a:endParaRPr lang="pt-BR" sz="280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https://www.overleaf.com/project/6828c97a9f3837b7197f7846</a:t>
            </a:r>
            <a:endParaRPr lang="en-US" sz="2800" dirty="0"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011053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Ecrã Panorâmico</PresentationFormat>
  <Slides>9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0" baseType="lpstr">
      <vt:lpstr>DashVTI</vt:lpstr>
      <vt:lpstr>Como Atualizações de Jogos Online Influenciam Sentimentos e Engajamento dos Jogadores</vt:lpstr>
      <vt:lpstr>Caracterização dos dados</vt:lpstr>
      <vt:lpstr>Metodologia</vt:lpstr>
      <vt:lpstr>Seleção dos jogos</vt:lpstr>
      <vt:lpstr>1. Coleta de Dados Quantitativos </vt:lpstr>
      <vt:lpstr>2. Coleta de Dados Qualitativos </vt:lpstr>
      <vt:lpstr>Fluxo de processamento das Releases</vt:lpstr>
      <vt:lpstr>Dados analisados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234</cp:revision>
  <dcterms:created xsi:type="dcterms:W3CDTF">2025-03-31T00:30:00Z</dcterms:created>
  <dcterms:modified xsi:type="dcterms:W3CDTF">2025-11-01T18:54:25Z</dcterms:modified>
</cp:coreProperties>
</file>