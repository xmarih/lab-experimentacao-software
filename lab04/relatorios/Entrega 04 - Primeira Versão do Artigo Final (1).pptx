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0" r:id="rId1"/>
  </p:sldMasterIdLst>
  <p:sldIdLst>
    <p:sldId id="287" r:id="rId2"/>
    <p:sldId id="292" r:id="rId3"/>
    <p:sldId id="263" r:id="rId4"/>
    <p:sldId id="322" r:id="rId5"/>
    <p:sldId id="286" r:id="rId6"/>
    <p:sldId id="327" r:id="rId7"/>
    <p:sldId id="329" r:id="rId8"/>
    <p:sldId id="330" r:id="rId9"/>
    <p:sldId id="334" r:id="rId10"/>
    <p:sldId id="266" r:id="rId11"/>
    <p:sldId id="321" r:id="rId12"/>
    <p:sldId id="279" r:id="rId13"/>
    <p:sldId id="326" r:id="rId14"/>
    <p:sldId id="338" r:id="rId15"/>
    <p:sldId id="305" r:id="rId16"/>
    <p:sldId id="331" r:id="rId17"/>
    <p:sldId id="332" r:id="rId18"/>
    <p:sldId id="333" r:id="rId19"/>
    <p:sldId id="335" r:id="rId20"/>
    <p:sldId id="340" r:id="rId21"/>
    <p:sldId id="336" r:id="rId22"/>
    <p:sldId id="337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11D03-5371-9331-5A49-13BEB1825294}" v="271" dt="2025-06-22T15:12:15.211"/>
    <p1510:client id="{3586FC34-33C9-E7ED-FAA0-30295512EA30}" v="11" dt="2025-06-22T19:21:53.870"/>
    <p1510:client id="{6AA5FF47-9BCC-944E-6FF8-E55AC7894AB6}" v="915" dt="2025-06-22T18:58:43.043"/>
    <p1510:client id="{71C4F3F8-202E-6D32-BFA6-7537D9858B6A}" v="172" dt="2025-06-22T18:04:13.909"/>
    <p1510:client id="{CDFC5D75-7417-69E5-6602-575DE679925A}" v="19" dt="2025-06-22T20:18:19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Eliza Alves Costa" userId="S::1078276@sga.pucminas.br::c138fc88-73c0-47e1-b788-3e194ec42aa1" providerId="AD" clId="Web-{A107B778-F401-662E-AD01-F0BC68F5106D}"/>
    <pc:docChg chg="addSld delSld modSld sldOrd">
      <pc:chgData name="Mariana Eliza Alves Costa" userId="S::1078276@sga.pucminas.br::c138fc88-73c0-47e1-b788-3e194ec42aa1" providerId="AD" clId="Web-{A107B778-F401-662E-AD01-F0BC68F5106D}" dt="2025-03-31T21:47:25.890" v="311"/>
      <pc:docMkLst>
        <pc:docMk/>
      </pc:docMkLst>
      <pc:sldChg chg="addSp delSp modSp del mod setClrOvrMap">
        <pc:chgData name="Mariana Eliza Alves Costa" userId="S::1078276@sga.pucminas.br::c138fc88-73c0-47e1-b788-3e194ec42aa1" providerId="AD" clId="Web-{A107B778-F401-662E-AD01-F0BC68F5106D}" dt="2025-03-31T21:45:07.068" v="249"/>
        <pc:sldMkLst>
          <pc:docMk/>
          <pc:sldMk cId="2598541096" sldId="256"/>
        </pc:sldMkLst>
        <pc:spChg chg="mod">
          <ac:chgData name="Mariana Eliza Alves Costa" userId="S::1078276@sga.pucminas.br::c138fc88-73c0-47e1-b788-3e194ec42aa1" providerId="AD" clId="Web-{A107B778-F401-662E-AD01-F0BC68F5106D}" dt="2025-03-31T21:44:48.833" v="246"/>
          <ac:spMkLst>
            <pc:docMk/>
            <pc:sldMk cId="2598541096" sldId="256"/>
            <ac:spMk id="2" creationId="{5932CE20-9ACE-CE1F-6EA7-7606413A6C34}"/>
          </ac:spMkLst>
        </pc:spChg>
        <pc:spChg chg="mod">
          <ac:chgData name="Mariana Eliza Alves Costa" userId="S::1078276@sga.pucminas.br::c138fc88-73c0-47e1-b788-3e194ec42aa1" providerId="AD" clId="Web-{A107B778-F401-662E-AD01-F0BC68F5106D}" dt="2025-03-31T21:44:48.833" v="246"/>
          <ac:spMkLst>
            <pc:docMk/>
            <pc:sldMk cId="2598541096" sldId="256"/>
            <ac:spMk id="3" creationId="{45376E40-B8A6-A2E7-2ABF-003D27144CB4}"/>
          </ac:spMkLst>
        </pc:spChg>
        <pc:spChg chg="del">
          <ac:chgData name="Mariana Eliza Alves Costa" userId="S::1078276@sga.pucminas.br::c138fc88-73c0-47e1-b788-3e194ec42aa1" providerId="AD" clId="Web-{A107B778-F401-662E-AD01-F0BC68F5106D}" dt="2025-03-31T21:44:39.879" v="244"/>
          <ac:spMkLst>
            <pc:docMk/>
            <pc:sldMk cId="2598541096" sldId="256"/>
            <ac:spMk id="9" creationId="{19F9BF86-FE94-4517-B97D-026C7515E589}"/>
          </ac:spMkLst>
        </pc:spChg>
        <pc:spChg chg="del">
          <ac:chgData name="Mariana Eliza Alves Costa" userId="S::1078276@sga.pucminas.br::c138fc88-73c0-47e1-b788-3e194ec42aa1" providerId="AD" clId="Web-{A107B778-F401-662E-AD01-F0BC68F5106D}" dt="2025-03-31T21:44:39.879" v="244"/>
          <ac:spMkLst>
            <pc:docMk/>
            <pc:sldMk cId="2598541096" sldId="256"/>
            <ac:spMk id="11" creationId="{36136311-C81B-47C5-AE0A-5641A5A59520}"/>
          </ac:spMkLst>
        </pc:spChg>
        <pc:spChg chg="add del">
          <ac:chgData name="Mariana Eliza Alves Costa" userId="S::1078276@sga.pucminas.br::c138fc88-73c0-47e1-b788-3e194ec42aa1" providerId="AD" clId="Web-{A107B778-F401-662E-AD01-F0BC68F5106D}" dt="2025-03-31T21:44:48.833" v="246"/>
          <ac:spMkLst>
            <pc:docMk/>
            <pc:sldMk cId="2598541096" sldId="256"/>
            <ac:spMk id="18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A107B778-F401-662E-AD01-F0BC68F5106D}" dt="2025-03-31T21:44:48.833" v="246"/>
          <ac:spMkLst>
            <pc:docMk/>
            <pc:sldMk cId="2598541096" sldId="256"/>
            <ac:spMk id="20" creationId="{D30DD7D3-2712-4491-B2C2-5FC23330C7CB}"/>
          </ac:spMkLst>
        </pc:spChg>
        <pc:spChg chg="add del">
          <ac:chgData name="Mariana Eliza Alves Costa" userId="S::1078276@sga.pucminas.br::c138fc88-73c0-47e1-b788-3e194ec42aa1" providerId="AD" clId="Web-{A107B778-F401-662E-AD01-F0BC68F5106D}" dt="2025-03-31T21:44:44.770" v="245"/>
          <ac:spMkLst>
            <pc:docMk/>
            <pc:sldMk cId="2598541096" sldId="256"/>
            <ac:spMk id="24" creationId="{BED81519-29BD-461E-210D-8CDFCA5B5D6E}"/>
          </ac:spMkLst>
        </pc:spChg>
        <pc:spChg chg="add">
          <ac:chgData name="Mariana Eliza Alves Costa" userId="S::1078276@sga.pucminas.br::c138fc88-73c0-47e1-b788-3e194ec42aa1" providerId="AD" clId="Web-{A107B778-F401-662E-AD01-F0BC68F5106D}" dt="2025-03-31T21:44:48.833" v="246"/>
          <ac:spMkLst>
            <pc:docMk/>
            <pc:sldMk cId="2598541096" sldId="256"/>
            <ac:spMk id="27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A107B778-F401-662E-AD01-F0BC68F5106D}" dt="2025-03-31T21:44:48.833" v="246"/>
          <ac:spMkLst>
            <pc:docMk/>
            <pc:sldMk cId="2598541096" sldId="256"/>
            <ac:spMk id="29" creationId="{72E284DE-AB43-1296-3166-892F44A3A2E9}"/>
          </ac:spMkLst>
        </pc:spChg>
        <pc:picChg chg="mod">
          <ac:chgData name="Mariana Eliza Alves Costa" userId="S::1078276@sga.pucminas.br::c138fc88-73c0-47e1-b788-3e194ec42aa1" providerId="AD" clId="Web-{A107B778-F401-662E-AD01-F0BC68F5106D}" dt="2025-03-31T21:44:48.833" v="246"/>
          <ac:picMkLst>
            <pc:docMk/>
            <pc:sldMk cId="2598541096" sldId="256"/>
            <ac:picMk id="4" creationId="{70188E9B-34F2-2A22-486D-7B4AC0284FBB}"/>
          </ac:picMkLst>
        </pc:picChg>
        <pc:cxnChg chg="del">
          <ac:chgData name="Mariana Eliza Alves Costa" userId="S::1078276@sga.pucminas.br::c138fc88-73c0-47e1-b788-3e194ec42aa1" providerId="AD" clId="Web-{A107B778-F401-662E-AD01-F0BC68F5106D}" dt="2025-03-31T21:44:39.879" v="244"/>
          <ac:cxnSpMkLst>
            <pc:docMk/>
            <pc:sldMk cId="2598541096" sldId="256"/>
            <ac:cxnSpMk id="13" creationId="{7CC73A33-65FF-41A9-A3B0-006753CD1028}"/>
          </ac:cxnSpMkLst>
        </pc:cxnChg>
        <pc:cxnChg chg="add del">
          <ac:chgData name="Mariana Eliza Alves Costa" userId="S::1078276@sga.pucminas.br::c138fc88-73c0-47e1-b788-3e194ec42aa1" providerId="AD" clId="Web-{A107B778-F401-662E-AD01-F0BC68F5106D}" dt="2025-03-31T21:44:48.833" v="246"/>
          <ac:cxnSpMkLst>
            <pc:docMk/>
            <pc:sldMk cId="2598541096" sldId="256"/>
            <ac:cxnSpMk id="22" creationId="{FFD0734C-004D-4938-8EA0-2C3867A11A66}"/>
          </ac:cxnSpMkLst>
        </pc:cxnChg>
        <pc:cxnChg chg="add">
          <ac:chgData name="Mariana Eliza Alves Costa" userId="S::1078276@sga.pucminas.br::c138fc88-73c0-47e1-b788-3e194ec42aa1" providerId="AD" clId="Web-{A107B778-F401-662E-AD01-F0BC68F5106D}" dt="2025-03-31T21:44:48.833" v="246"/>
          <ac:cxnSpMkLst>
            <pc:docMk/>
            <pc:sldMk cId="2598541096" sldId="256"/>
            <ac:cxnSpMk id="31" creationId="{97CC2FE6-3AD0-4131-B4BC-1F4D65E25E13}"/>
          </ac:cxnSpMkLst>
        </pc:cxnChg>
      </pc:sldChg>
      <pc:sldChg chg="addSp delSp modSp">
        <pc:chgData name="Mariana Eliza Alves Costa" userId="S::1078276@sga.pucminas.br::c138fc88-73c0-47e1-b788-3e194ec42aa1" providerId="AD" clId="Web-{A107B778-F401-662E-AD01-F0BC68F5106D}" dt="2025-03-31T21:41:59.384" v="234" actId="14100"/>
        <pc:sldMkLst>
          <pc:docMk/>
          <pc:sldMk cId="1231823350" sldId="279"/>
        </pc:sldMkLst>
        <pc:spChg chg="del">
          <ac:chgData name="Mariana Eliza Alves Costa" userId="S::1078276@sga.pucminas.br::c138fc88-73c0-47e1-b788-3e194ec42aa1" providerId="AD" clId="Web-{A107B778-F401-662E-AD01-F0BC68F5106D}" dt="2025-03-31T21:41:58.790" v="229"/>
          <ac:spMkLst>
            <pc:docMk/>
            <pc:sldMk cId="1231823350" sldId="279"/>
            <ac:spMk id="2" creationId="{1DE443B5-E345-DF6F-6192-2EE81C45BD2E}"/>
          </ac:spMkLst>
        </pc:spChg>
        <pc:spChg chg="del">
          <ac:chgData name="Mariana Eliza Alves Costa" userId="S::1078276@sga.pucminas.br::c138fc88-73c0-47e1-b788-3e194ec42aa1" providerId="AD" clId="Web-{A107B778-F401-662E-AD01-F0BC68F5106D}" dt="2025-03-31T21:41:58.711" v="228"/>
          <ac:spMkLst>
            <pc:docMk/>
            <pc:sldMk cId="1231823350" sldId="279"/>
            <ac:spMk id="3" creationId="{3A591004-3172-4D75-7A41-C34EA1F65CC3}"/>
          </ac:spMkLst>
        </pc:spChg>
        <pc:spChg chg="add mod">
          <ac:chgData name="Mariana Eliza Alves Costa" userId="S::1078276@sga.pucminas.br::c138fc88-73c0-47e1-b788-3e194ec42aa1" providerId="AD" clId="Web-{A107B778-F401-662E-AD01-F0BC68F5106D}" dt="2025-03-31T21:41:58.790" v="229"/>
          <ac:spMkLst>
            <pc:docMk/>
            <pc:sldMk cId="1231823350" sldId="279"/>
            <ac:spMk id="6" creationId="{FD52734C-C692-D496-D6CA-20BBF3935E9D}"/>
          </ac:spMkLst>
        </pc:spChg>
        <pc:picChg chg="add mod ord">
          <ac:chgData name="Mariana Eliza Alves Costa" userId="S::1078276@sga.pucminas.br::c138fc88-73c0-47e1-b788-3e194ec42aa1" providerId="AD" clId="Web-{A107B778-F401-662E-AD01-F0BC68F5106D}" dt="2025-03-31T21:41:59.384" v="234" actId="14100"/>
          <ac:picMkLst>
            <pc:docMk/>
            <pc:sldMk cId="1231823350" sldId="279"/>
            <ac:picMk id="4" creationId="{4B7431DF-6C88-13B6-9E53-C99925F8813B}"/>
          </ac:picMkLst>
        </pc:picChg>
      </pc:sldChg>
      <pc:sldChg chg="modSp">
        <pc:chgData name="Mariana Eliza Alves Costa" userId="S::1078276@sga.pucminas.br::c138fc88-73c0-47e1-b788-3e194ec42aa1" providerId="AD" clId="Web-{A107B778-F401-662E-AD01-F0BC68F5106D}" dt="2025-03-31T21:40:27.440" v="227" actId="20577"/>
        <pc:sldMkLst>
          <pc:docMk/>
          <pc:sldMk cId="1901844762" sldId="282"/>
        </pc:sldMkLst>
        <pc:spChg chg="mod">
          <ac:chgData name="Mariana Eliza Alves Costa" userId="S::1078276@sga.pucminas.br::c138fc88-73c0-47e1-b788-3e194ec42aa1" providerId="AD" clId="Web-{A107B778-F401-662E-AD01-F0BC68F5106D}" dt="2025-03-31T21:40:27.440" v="227" actId="20577"/>
          <ac:spMkLst>
            <pc:docMk/>
            <pc:sldMk cId="1901844762" sldId="282"/>
            <ac:spMk id="3" creationId="{D78BEC7E-7D70-9196-C912-A19F4735317C}"/>
          </ac:spMkLst>
        </pc:spChg>
      </pc:sldChg>
      <pc:sldChg chg="addSp delSp modSp new">
        <pc:chgData name="Mariana Eliza Alves Costa" userId="S::1078276@sga.pucminas.br::c138fc88-73c0-47e1-b788-3e194ec42aa1" providerId="AD" clId="Web-{A107B778-F401-662E-AD01-F0BC68F5106D}" dt="2025-03-31T21:44:07.377" v="243"/>
        <pc:sldMkLst>
          <pc:docMk/>
          <pc:sldMk cId="2068698628" sldId="286"/>
        </pc:sldMkLst>
        <pc:spChg chg="del mod">
          <ac:chgData name="Mariana Eliza Alves Costa" userId="S::1078276@sga.pucminas.br::c138fc88-73c0-47e1-b788-3e194ec42aa1" providerId="AD" clId="Web-{A107B778-F401-662E-AD01-F0BC68F5106D}" dt="2025-03-31T21:43:51.579" v="239"/>
          <ac:spMkLst>
            <pc:docMk/>
            <pc:sldMk cId="2068698628" sldId="286"/>
            <ac:spMk id="2" creationId="{4299B868-23AA-FBC0-912D-763534E358C5}"/>
          </ac:spMkLst>
        </pc:spChg>
        <pc:spChg chg="del">
          <ac:chgData name="Mariana Eliza Alves Costa" userId="S::1078276@sga.pucminas.br::c138fc88-73c0-47e1-b788-3e194ec42aa1" providerId="AD" clId="Web-{A107B778-F401-662E-AD01-F0BC68F5106D}" dt="2025-03-31T21:43:49.219" v="236"/>
          <ac:spMkLst>
            <pc:docMk/>
            <pc:sldMk cId="2068698628" sldId="286"/>
            <ac:spMk id="3" creationId="{87ACE74A-5C0F-0087-5A2F-CA12CBC197A6}"/>
          </ac:spMkLst>
        </pc:spChg>
        <pc:spChg chg="add del mod">
          <ac:chgData name="Mariana Eliza Alves Costa" userId="S::1078276@sga.pucminas.br::c138fc88-73c0-47e1-b788-3e194ec42aa1" providerId="AD" clId="Web-{A107B778-F401-662E-AD01-F0BC68F5106D}" dt="2025-03-31T21:44:07.377" v="243"/>
          <ac:spMkLst>
            <pc:docMk/>
            <pc:sldMk cId="2068698628" sldId="286"/>
            <ac:spMk id="6" creationId="{00B0C25E-4E27-F1B8-7111-9B1D6C14CECE}"/>
          </ac:spMkLst>
        </pc:spChg>
        <pc:picChg chg="add mod ord">
          <ac:chgData name="Mariana Eliza Alves Costa" userId="S::1078276@sga.pucminas.br::c138fc88-73c0-47e1-b788-3e194ec42aa1" providerId="AD" clId="Web-{A107B778-F401-662E-AD01-F0BC68F5106D}" dt="2025-03-31T21:44:03.923" v="242" actId="14100"/>
          <ac:picMkLst>
            <pc:docMk/>
            <pc:sldMk cId="2068698628" sldId="286"/>
            <ac:picMk id="4" creationId="{07757F5D-2288-BAB4-C841-E8C5CF6973E4}"/>
          </ac:picMkLst>
        </pc:picChg>
      </pc:sldChg>
      <pc:sldChg chg="addSp modSp new mod ord setBg modClrScheme chgLayout">
        <pc:chgData name="Mariana Eliza Alves Costa" userId="S::1078276@sga.pucminas.br::c138fc88-73c0-47e1-b788-3e194ec42aa1" providerId="AD" clId="Web-{A107B778-F401-662E-AD01-F0BC68F5106D}" dt="2025-03-31T21:47:25.890" v="311"/>
        <pc:sldMkLst>
          <pc:docMk/>
          <pc:sldMk cId="3082404486" sldId="287"/>
        </pc:sldMkLst>
        <pc:spChg chg="mod ord">
          <ac:chgData name="Mariana Eliza Alves Costa" userId="S::1078276@sga.pucminas.br::c138fc88-73c0-47e1-b788-3e194ec42aa1" providerId="AD" clId="Web-{A107B778-F401-662E-AD01-F0BC68F5106D}" dt="2025-03-31T21:47:25.890" v="311"/>
          <ac:spMkLst>
            <pc:docMk/>
            <pc:sldMk cId="3082404486" sldId="287"/>
            <ac:spMk id="2" creationId="{AF4131DB-A9E0-B4E7-50FC-BCAD3C511804}"/>
          </ac:spMkLst>
        </pc:spChg>
        <pc:spChg chg="mod ord">
          <ac:chgData name="Mariana Eliza Alves Costa" userId="S::1078276@sga.pucminas.br::c138fc88-73c0-47e1-b788-3e194ec42aa1" providerId="AD" clId="Web-{A107B778-F401-662E-AD01-F0BC68F5106D}" dt="2025-03-31T21:47:25.890" v="311"/>
          <ac:spMkLst>
            <pc:docMk/>
            <pc:sldMk cId="3082404486" sldId="287"/>
            <ac:spMk id="3" creationId="{39CC72A3-71B8-0459-079B-36FC7040DBA3}"/>
          </ac:spMkLst>
        </pc:spChg>
        <pc:spChg chg="add">
          <ac:chgData name="Mariana Eliza Alves Costa" userId="S::1078276@sga.pucminas.br::c138fc88-73c0-47e1-b788-3e194ec42aa1" providerId="AD" clId="Web-{A107B778-F401-662E-AD01-F0BC68F5106D}" dt="2025-03-31T21:47:25.890" v="311"/>
          <ac:spMkLst>
            <pc:docMk/>
            <pc:sldMk cId="3082404486" sldId="287"/>
            <ac:spMk id="10" creationId="{19F9BF86-FE94-4517-B97D-026C7515E589}"/>
          </ac:spMkLst>
        </pc:spChg>
        <pc:cxnChg chg="add">
          <ac:chgData name="Mariana Eliza Alves Costa" userId="S::1078276@sga.pucminas.br::c138fc88-73c0-47e1-b788-3e194ec42aa1" providerId="AD" clId="Web-{A107B778-F401-662E-AD01-F0BC68F5106D}" dt="2025-03-31T21:47:25.890" v="311"/>
          <ac:cxnSpMkLst>
            <pc:docMk/>
            <pc:sldMk cId="3082404486" sldId="287"/>
            <ac:cxnSpMk id="8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A107B778-F401-662E-AD01-F0BC68F5106D}" dt="2025-03-31T21:47:25.890" v="311"/>
          <ac:cxnSpMkLst>
            <pc:docMk/>
            <pc:sldMk cId="3082404486" sldId="287"/>
            <ac:cxnSpMk id="12" creationId="{59D7B6BE-A4E0-4483-BEC5-493AC3E5D2AD}"/>
          </ac:cxnSpMkLst>
        </pc:cxnChg>
      </pc:sldChg>
    </pc:docChg>
  </pc:docChgLst>
  <pc:docChgLst>
    <pc:chgData name="Mariana Eliza Alves Costa" userId="S::1078276@sga.pucminas.br::c138fc88-73c0-47e1-b788-3e194ec42aa1" providerId="AD" clId="Web-{BCAB7E76-9B1A-2EFF-D506-E8DB03076728}"/>
    <pc:docChg chg="addSld delSld modSld addMainMaster delMainMaster">
      <pc:chgData name="Mariana Eliza Alves Costa" userId="S::1078276@sga.pucminas.br::c138fc88-73c0-47e1-b788-3e194ec42aa1" providerId="AD" clId="Web-{BCAB7E76-9B1A-2EFF-D506-E8DB03076728}" dt="2025-03-31T00:31:01.848" v="7"/>
      <pc:docMkLst>
        <pc:docMk/>
      </pc:docMkLst>
      <pc:sldChg chg="addSp modSp new mod setBg modClrScheme chgLayout">
        <pc:chgData name="Mariana Eliza Alves Costa" userId="S::1078276@sga.pucminas.br::c138fc88-73c0-47e1-b788-3e194ec42aa1" providerId="AD" clId="Web-{BCAB7E76-9B1A-2EFF-D506-E8DB03076728}" dt="2025-03-31T00:30:52.285" v="5"/>
        <pc:sldMkLst>
          <pc:docMk/>
          <pc:sldMk cId="476404248" sldId="256"/>
        </pc:sldMkLst>
        <pc:spChg chg="mod">
          <ac:chgData name="Mariana Eliza Alves Costa" userId="S::1078276@sga.pucminas.br::c138fc88-73c0-47e1-b788-3e194ec42aa1" providerId="AD" clId="Web-{BCAB7E76-9B1A-2EFF-D506-E8DB03076728}" dt="2025-03-31T00:30:52.285" v="5"/>
          <ac:spMkLst>
            <pc:docMk/>
            <pc:sldMk cId="476404248" sldId="256"/>
            <ac:spMk id="2" creationId="{CBDE40BC-3A56-D09E-5569-76C4DE5D8C3A}"/>
          </ac:spMkLst>
        </pc:spChg>
        <pc:spChg chg="mod">
          <ac:chgData name="Mariana Eliza Alves Costa" userId="S::1078276@sga.pucminas.br::c138fc88-73c0-47e1-b788-3e194ec42aa1" providerId="AD" clId="Web-{BCAB7E76-9B1A-2EFF-D506-E8DB03076728}" dt="2025-03-31T00:30:52.285" v="5"/>
          <ac:spMkLst>
            <pc:docMk/>
            <pc:sldMk cId="476404248" sldId="256"/>
            <ac:spMk id="3" creationId="{20CCC7D4-D80C-9D13-8E25-A8627E9F377A}"/>
          </ac:spMkLst>
        </pc:spChg>
        <pc:spChg chg="add">
          <ac:chgData name="Mariana Eliza Alves Costa" userId="S::1078276@sga.pucminas.br::c138fc88-73c0-47e1-b788-3e194ec42aa1" providerId="AD" clId="Web-{BCAB7E76-9B1A-2EFF-D506-E8DB03076728}" dt="2025-03-31T00:30:52.285" v="5"/>
          <ac:spMkLst>
            <pc:docMk/>
            <pc:sldMk cId="476404248" sldId="256"/>
            <ac:spMk id="9" creationId="{0623FB3B-24E7-5304-70D8-3CA402902220}"/>
          </ac:spMkLst>
        </pc:spChg>
        <pc:spChg chg="add">
          <ac:chgData name="Mariana Eliza Alves Costa" userId="S::1078276@sga.pucminas.br::c138fc88-73c0-47e1-b788-3e194ec42aa1" providerId="AD" clId="Web-{BCAB7E76-9B1A-2EFF-D506-E8DB03076728}" dt="2025-03-31T00:30:52.285" v="5"/>
          <ac:spMkLst>
            <pc:docMk/>
            <pc:sldMk cId="476404248" sldId="256"/>
            <ac:spMk id="11" creationId="{97081EE3-B6BE-9584-F5AF-E5F6484DA7A1}"/>
          </ac:spMkLst>
        </pc:spChg>
        <pc:spChg chg="add">
          <ac:chgData name="Mariana Eliza Alves Costa" userId="S::1078276@sga.pucminas.br::c138fc88-73c0-47e1-b788-3e194ec42aa1" providerId="AD" clId="Web-{BCAB7E76-9B1A-2EFF-D506-E8DB03076728}" dt="2025-03-31T00:30:52.285" v="5"/>
          <ac:spMkLst>
            <pc:docMk/>
            <pc:sldMk cId="476404248" sldId="256"/>
            <ac:spMk id="13" creationId="{4711BF64-C99B-2F90-ADA1-0C08F9BE8392}"/>
          </ac:spMkLst>
        </pc:spChg>
        <pc:picChg chg="add">
          <ac:chgData name="Mariana Eliza Alves Costa" userId="S::1078276@sga.pucminas.br::c138fc88-73c0-47e1-b788-3e194ec42aa1" providerId="AD" clId="Web-{BCAB7E76-9B1A-2EFF-D506-E8DB03076728}" dt="2025-03-31T00:30:52.285" v="5"/>
          <ac:picMkLst>
            <pc:docMk/>
            <pc:sldMk cId="476404248" sldId="256"/>
            <ac:picMk id="4" creationId="{1AF81692-F65F-C2FB-5B97-C225D7E37645}"/>
          </ac:picMkLst>
        </pc:picChg>
      </pc:sldChg>
      <pc:sldChg chg="addSp modSp del mod setBg modClrScheme chgLayout">
        <pc:chgData name="Mariana Eliza Alves Costa" userId="S::1078276@sga.pucminas.br::c138fc88-73c0-47e1-b788-3e194ec42aa1" providerId="AD" clId="Web-{BCAB7E76-9B1A-2EFF-D506-E8DB03076728}" dt="2025-03-31T00:30:40.253" v="3"/>
        <pc:sldMkLst>
          <pc:docMk/>
          <pc:sldMk cId="2210866551" sldId="256"/>
        </pc:sldMkLst>
        <pc:spChg chg="mod">
          <ac:chgData name="Mariana Eliza Alves Costa" userId="S::1078276@sga.pucminas.br::c138fc88-73c0-47e1-b788-3e194ec42aa1" providerId="AD" clId="Web-{BCAB7E76-9B1A-2EFF-D506-E8DB03076728}" dt="2025-03-31T00:30:26.628" v="0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Mariana Eliza Alves Costa" userId="S::1078276@sga.pucminas.br::c138fc88-73c0-47e1-b788-3e194ec42aa1" providerId="AD" clId="Web-{BCAB7E76-9B1A-2EFF-D506-E8DB03076728}" dt="2025-03-31T00:30:26.628" v="0"/>
          <ac:spMkLst>
            <pc:docMk/>
            <pc:sldMk cId="2210866551" sldId="256"/>
            <ac:spMk id="3" creationId="{00000000-0000-0000-0000-000000000000}"/>
          </ac:spMkLst>
        </pc:spChg>
        <pc:spChg chg="add">
          <ac:chgData name="Mariana Eliza Alves Costa" userId="S::1078276@sga.pucminas.br::c138fc88-73c0-47e1-b788-3e194ec42aa1" providerId="AD" clId="Web-{BCAB7E76-9B1A-2EFF-D506-E8DB03076728}" dt="2025-03-31T00:30:26.628" v="0"/>
          <ac:spMkLst>
            <pc:docMk/>
            <pc:sldMk cId="2210866551" sldId="256"/>
            <ac:spMk id="9" creationId="{6E37B132-9C54-4236-8910-3340177AD9DB}"/>
          </ac:spMkLst>
        </pc:spChg>
        <pc:spChg chg="add">
          <ac:chgData name="Mariana Eliza Alves Costa" userId="S::1078276@sga.pucminas.br::c138fc88-73c0-47e1-b788-3e194ec42aa1" providerId="AD" clId="Web-{BCAB7E76-9B1A-2EFF-D506-E8DB03076728}" dt="2025-03-31T00:30:26.628" v="0"/>
          <ac:spMkLst>
            <pc:docMk/>
            <pc:sldMk cId="2210866551" sldId="256"/>
            <ac:spMk id="11" creationId="{D472C551-D440-40DF-9260-BDB9AC40960A}"/>
          </ac:spMkLst>
        </pc:spChg>
        <pc:spChg chg="add">
          <ac:chgData name="Mariana Eliza Alves Costa" userId="S::1078276@sga.pucminas.br::c138fc88-73c0-47e1-b788-3e194ec42aa1" providerId="AD" clId="Web-{BCAB7E76-9B1A-2EFF-D506-E8DB03076728}" dt="2025-03-31T00:30:26.628" v="0"/>
          <ac:spMkLst>
            <pc:docMk/>
            <pc:sldMk cId="2210866551" sldId="256"/>
            <ac:spMk id="15" creationId="{508BEF50-7B1E-49A4-BC19-5F4F1D755E64}"/>
          </ac:spMkLst>
        </pc:spChg>
        <pc:spChg chg="add">
          <ac:chgData name="Mariana Eliza Alves Costa" userId="S::1078276@sga.pucminas.br::c138fc88-73c0-47e1-b788-3e194ec42aa1" providerId="AD" clId="Web-{BCAB7E76-9B1A-2EFF-D506-E8DB03076728}" dt="2025-03-31T00:30:26.628" v="0"/>
          <ac:spMkLst>
            <pc:docMk/>
            <pc:sldMk cId="2210866551" sldId="256"/>
            <ac:spMk id="17" creationId="{3FBAD350-5664-4811-A208-657FB882D350}"/>
          </ac:spMkLst>
        </pc:spChg>
        <pc:spChg chg="add">
          <ac:chgData name="Mariana Eliza Alves Costa" userId="S::1078276@sga.pucminas.br::c138fc88-73c0-47e1-b788-3e194ec42aa1" providerId="AD" clId="Web-{BCAB7E76-9B1A-2EFF-D506-E8DB03076728}" dt="2025-03-31T00:30:26.628" v="0"/>
          <ac:spMkLst>
            <pc:docMk/>
            <pc:sldMk cId="2210866551" sldId="256"/>
            <ac:spMk id="19" creationId="{C39ADB8F-D187-49D7-BDCF-C1B6DC727068}"/>
          </ac:spMkLst>
        </pc:spChg>
        <pc:picChg chg="add">
          <ac:chgData name="Mariana Eliza Alves Costa" userId="S::1078276@sga.pucminas.br::c138fc88-73c0-47e1-b788-3e194ec42aa1" providerId="AD" clId="Web-{BCAB7E76-9B1A-2EFF-D506-E8DB03076728}" dt="2025-03-31T00:30:26.628" v="0"/>
          <ac:picMkLst>
            <pc:docMk/>
            <pc:sldMk cId="2210866551" sldId="256"/>
            <ac:picMk id="4" creationId="{7D8FD9F1-BCEF-4C61-0A46-4A9C6AD47557}"/>
          </ac:picMkLst>
        </pc:picChg>
        <pc:cxnChg chg="add">
          <ac:chgData name="Mariana Eliza Alves Costa" userId="S::1078276@sga.pucminas.br::c138fc88-73c0-47e1-b788-3e194ec42aa1" providerId="AD" clId="Web-{BCAB7E76-9B1A-2EFF-D506-E8DB03076728}" dt="2025-03-31T00:30:26.628" v="0"/>
          <ac:cxnSpMkLst>
            <pc:docMk/>
            <pc:sldMk cId="2210866551" sldId="256"/>
            <ac:cxnSpMk id="13" creationId="{56020367-4FD5-4596-8E10-C5F095CD8DBF}"/>
          </ac:cxnSpMkLst>
        </pc:cxnChg>
      </pc:sldChg>
      <pc:sldChg chg="new del">
        <pc:chgData name="Mariana Eliza Alves Costa" userId="S::1078276@sga.pucminas.br::c138fc88-73c0-47e1-b788-3e194ec42aa1" providerId="AD" clId="Web-{BCAB7E76-9B1A-2EFF-D506-E8DB03076728}" dt="2025-03-31T00:30:34.440" v="2"/>
        <pc:sldMkLst>
          <pc:docMk/>
          <pc:sldMk cId="120804557" sldId="257"/>
        </pc:sldMkLst>
      </pc:sldChg>
      <pc:sldChg chg="new">
        <pc:chgData name="Mariana Eliza Alves Costa" userId="S::1078276@sga.pucminas.br::c138fc88-73c0-47e1-b788-3e194ec42aa1" providerId="AD" clId="Web-{BCAB7E76-9B1A-2EFF-D506-E8DB03076728}" dt="2025-03-31T00:30:54.957" v="6"/>
        <pc:sldMkLst>
          <pc:docMk/>
          <pc:sldMk cId="2359204867" sldId="257"/>
        </pc:sldMkLst>
      </pc:sldChg>
      <pc:sldChg chg="new">
        <pc:chgData name="Mariana Eliza Alves Costa" userId="S::1078276@sga.pucminas.br::c138fc88-73c0-47e1-b788-3e194ec42aa1" providerId="AD" clId="Web-{BCAB7E76-9B1A-2EFF-D506-E8DB03076728}" dt="2025-03-31T00:31:01.848" v="7"/>
        <pc:sldMkLst>
          <pc:docMk/>
          <pc:sldMk cId="2621580744" sldId="258"/>
        </pc:sldMkLst>
      </pc:sldChg>
      <pc:sldMasterChg chg="del delSldLayout">
        <pc:chgData name="Mariana Eliza Alves Costa" userId="S::1078276@sga.pucminas.br::c138fc88-73c0-47e1-b788-3e194ec42aa1" providerId="AD" clId="Web-{BCAB7E76-9B1A-2EFF-D506-E8DB03076728}" dt="2025-03-31T00:30:26.628" v="0"/>
        <pc:sldMasterMkLst>
          <pc:docMk/>
          <pc:sldMasterMk cId="2675746937" sldId="2147483648"/>
        </pc:sldMasterMkLst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877683876" sldId="2147483649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314005268" sldId="2147483650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3781375764" sldId="2147483651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2124613824" sldId="2147483652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3694421058" sldId="2147483653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3108533492" sldId="2147483654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578281579" sldId="2147483655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2217836567" sldId="2147483656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2245566346" sldId="2147483657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746588027" sldId="2147483658"/>
          </pc:sldLayoutMkLst>
        </pc:sldLayoutChg>
        <pc:sldLayoutChg chg="del">
          <pc:chgData name="Mariana Eliza Alves Costa" userId="S::1078276@sga.pucminas.br::c138fc88-73c0-47e1-b788-3e194ec42aa1" providerId="AD" clId="Web-{BCAB7E76-9B1A-2EFF-D506-E8DB03076728}" dt="2025-03-31T00:30:26.628" v="0"/>
          <pc:sldLayoutMkLst>
            <pc:docMk/>
            <pc:sldMasterMk cId="2675746937" sldId="2147483648"/>
            <pc:sldLayoutMk cId="1306397509" sldId="2147483659"/>
          </pc:sldLayoutMkLst>
        </pc:sldLayoutChg>
      </pc:sldMasterChg>
      <pc:sldMasterChg chg="add del addSldLayout delSldLayout">
        <pc:chgData name="Mariana Eliza Alves Costa" userId="S::1078276@sga.pucminas.br::c138fc88-73c0-47e1-b788-3e194ec42aa1" providerId="AD" clId="Web-{BCAB7E76-9B1A-2EFF-D506-E8DB03076728}" dt="2025-03-31T00:30:52.285" v="5"/>
        <pc:sldMasterMkLst>
          <pc:docMk/>
          <pc:sldMasterMk cId="3866530608" sldId="2147483738"/>
        </pc:sldMasterMkLst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1497652442" sldId="2147483727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2699572194" sldId="2147483728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500640173" sldId="2147483729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617161815" sldId="2147483730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787312314" sldId="2147483731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2992232935" sldId="2147483732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1450258829" sldId="2147483733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1349827350" sldId="2147483734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3918139691" sldId="2147483735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603363683" sldId="2147483736"/>
          </pc:sldLayoutMkLst>
        </pc:sldLayoutChg>
        <pc:sldLayoutChg chg="add del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3866530608" sldId="2147483738"/>
            <pc:sldLayoutMk cId="3628859346" sldId="2147483737"/>
          </pc:sldLayoutMkLst>
        </pc:sldLayoutChg>
      </pc:sldMasterChg>
      <pc:sldMasterChg chg="add addSldLayout">
        <pc:chgData name="Mariana Eliza Alves Costa" userId="S::1078276@sga.pucminas.br::c138fc88-73c0-47e1-b788-3e194ec42aa1" providerId="AD" clId="Web-{BCAB7E76-9B1A-2EFF-D506-E8DB03076728}" dt="2025-03-31T00:30:52.285" v="5"/>
        <pc:sldMasterMkLst>
          <pc:docMk/>
          <pc:sldMasterMk cId="1563055761" sldId="2147483840"/>
        </pc:sldMasterMkLst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3131607474" sldId="2147483829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3500888918" sldId="2147483830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1791400381" sldId="2147483831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1617795330" sldId="2147483832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1001393819" sldId="2147483833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2456776018" sldId="2147483834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3903585668" sldId="2147483835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121606627" sldId="2147483836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2391050191" sldId="2147483837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3822912198" sldId="2147483838"/>
          </pc:sldLayoutMkLst>
        </pc:sldLayoutChg>
        <pc:sldLayoutChg chg="add">
          <pc:chgData name="Mariana Eliza Alves Costa" userId="S::1078276@sga.pucminas.br::c138fc88-73c0-47e1-b788-3e194ec42aa1" providerId="AD" clId="Web-{BCAB7E76-9B1A-2EFF-D506-E8DB03076728}" dt="2025-03-31T00:30:52.285" v="5"/>
          <pc:sldLayoutMkLst>
            <pc:docMk/>
            <pc:sldMasterMk cId="1563055761" sldId="2147483840"/>
            <pc:sldLayoutMk cId="1555871075" sldId="2147483839"/>
          </pc:sldLayoutMkLst>
        </pc:sldLayoutChg>
      </pc:sldMasterChg>
    </pc:docChg>
  </pc:docChgLst>
  <pc:docChgLst>
    <pc:chgData name="Usuário Convidado" userId="S::urn:spo:tenantanon#14cbd5a7-ec94-46ba-b314-cc0fc972a161::" providerId="AD" clId="Web-{8DE227C4-A2A6-CD93-7A5C-0A0729FD0046}"/>
    <pc:docChg chg="addSld delSld modSld sldOrd">
      <pc:chgData name="Usuário Convidado" userId="S::urn:spo:tenantanon#14cbd5a7-ec94-46ba-b314-cc0fc972a161::" providerId="AD" clId="Web-{8DE227C4-A2A6-CD93-7A5C-0A0729FD0046}" dt="2025-05-04T23:19:07.222" v="174" actId="1076"/>
      <pc:docMkLst>
        <pc:docMk/>
      </pc:docMkLst>
      <pc:sldChg chg="modSp">
        <pc:chgData name="Usuário Convidado" userId="S::urn:spo:tenantanon#14cbd5a7-ec94-46ba-b314-cc0fc972a161::" providerId="AD" clId="Web-{8DE227C4-A2A6-CD93-7A5C-0A0729FD0046}" dt="2025-05-04T22:48:25.431" v="5" actId="20577"/>
        <pc:sldMkLst>
          <pc:docMk/>
          <pc:sldMk cId="1454747177" sldId="261"/>
        </pc:sldMkLst>
        <pc:spChg chg="mod">
          <ac:chgData name="Usuário Convidado" userId="S::urn:spo:tenantanon#14cbd5a7-ec94-46ba-b314-cc0fc972a161::" providerId="AD" clId="Web-{8DE227C4-A2A6-CD93-7A5C-0A0729FD0046}" dt="2025-05-04T22:48:25.431" v="5" actId="20577"/>
          <ac:spMkLst>
            <pc:docMk/>
            <pc:sldMk cId="1454747177" sldId="261"/>
            <ac:spMk id="2" creationId="{3724FFC0-D358-4D21-C07B-7CC4330B09F5}"/>
          </ac:spMkLst>
        </pc:spChg>
      </pc:sldChg>
      <pc:sldChg chg="modSp">
        <pc:chgData name="Usuário Convidado" userId="S::urn:spo:tenantanon#14cbd5a7-ec94-46ba-b314-cc0fc972a161::" providerId="AD" clId="Web-{8DE227C4-A2A6-CD93-7A5C-0A0729FD0046}" dt="2025-05-04T22:49:42.386" v="6" actId="20577"/>
        <pc:sldMkLst>
          <pc:docMk/>
          <pc:sldMk cId="487046690" sldId="263"/>
        </pc:sldMkLst>
        <pc:spChg chg="mod">
          <ac:chgData name="Usuário Convidado" userId="S::urn:spo:tenantanon#14cbd5a7-ec94-46ba-b314-cc0fc972a161::" providerId="AD" clId="Web-{8DE227C4-A2A6-CD93-7A5C-0A0729FD0046}" dt="2025-05-04T22:49:42.386" v="6" actId="20577"/>
          <ac:spMkLst>
            <pc:docMk/>
            <pc:sldMk cId="487046690" sldId="263"/>
            <ac:spMk id="25" creationId="{E416EA99-6B3A-9246-F553-7A77CD476975}"/>
          </ac:spMkLst>
        </pc:spChg>
      </pc:sldChg>
      <pc:sldChg chg="modSp">
        <pc:chgData name="Usuário Convidado" userId="S::urn:spo:tenantanon#14cbd5a7-ec94-46ba-b314-cc0fc972a161::" providerId="AD" clId="Web-{8DE227C4-A2A6-CD93-7A5C-0A0729FD0046}" dt="2025-05-04T22:57:38.713" v="74" actId="20577"/>
        <pc:sldMkLst>
          <pc:docMk/>
          <pc:sldMk cId="3894047674" sldId="268"/>
        </pc:sldMkLst>
        <pc:spChg chg="mod">
          <ac:chgData name="Usuário Convidado" userId="S::urn:spo:tenantanon#14cbd5a7-ec94-46ba-b314-cc0fc972a161::" providerId="AD" clId="Web-{8DE227C4-A2A6-CD93-7A5C-0A0729FD0046}" dt="2025-05-04T22:57:38.713" v="74" actId="20577"/>
          <ac:spMkLst>
            <pc:docMk/>
            <pc:sldMk cId="3894047674" sldId="268"/>
            <ac:spMk id="3" creationId="{F6CDC565-8D8F-7065-0B41-E1311A5EB6DB}"/>
          </ac:spMkLst>
        </pc:spChg>
      </pc:sldChg>
      <pc:sldChg chg="modSp">
        <pc:chgData name="Usuário Convidado" userId="S::urn:spo:tenantanon#14cbd5a7-ec94-46ba-b314-cc0fc972a161::" providerId="AD" clId="Web-{8DE227C4-A2A6-CD93-7A5C-0A0729FD0046}" dt="2025-05-04T22:59:42.311" v="85" actId="20577"/>
        <pc:sldMkLst>
          <pc:docMk/>
          <pc:sldMk cId="206395105" sldId="271"/>
        </pc:sldMkLst>
        <pc:spChg chg="mod">
          <ac:chgData name="Usuário Convidado" userId="S::urn:spo:tenantanon#14cbd5a7-ec94-46ba-b314-cc0fc972a161::" providerId="AD" clId="Web-{8DE227C4-A2A6-CD93-7A5C-0A0729FD0046}" dt="2025-05-04T22:59:42.311" v="85" actId="20577"/>
          <ac:spMkLst>
            <pc:docMk/>
            <pc:sldMk cId="206395105" sldId="271"/>
            <ac:spMk id="3" creationId="{C0810457-64F8-0BCA-4BD9-8F832D4692D2}"/>
          </ac:spMkLst>
        </pc:spChg>
      </pc:sldChg>
      <pc:sldChg chg="ord">
        <pc:chgData name="Usuário Convidado" userId="S::urn:spo:tenantanon#14cbd5a7-ec94-46ba-b314-cc0fc972a161::" providerId="AD" clId="Web-{8DE227C4-A2A6-CD93-7A5C-0A0729FD0046}" dt="2025-05-04T23:12:01.630" v="149"/>
        <pc:sldMkLst>
          <pc:docMk/>
          <pc:sldMk cId="1231823350" sldId="279"/>
        </pc:sldMkLst>
      </pc:sldChg>
      <pc:sldChg chg="modSp">
        <pc:chgData name="Usuário Convidado" userId="S::urn:spo:tenantanon#14cbd5a7-ec94-46ba-b314-cc0fc972a161::" providerId="AD" clId="Web-{8DE227C4-A2A6-CD93-7A5C-0A0729FD0046}" dt="2025-05-04T22:54:08.691" v="41" actId="20577"/>
        <pc:sldMkLst>
          <pc:docMk/>
          <pc:sldMk cId="1597173864" sldId="281"/>
        </pc:sldMkLst>
        <pc:spChg chg="mod">
          <ac:chgData name="Usuário Convidado" userId="S::urn:spo:tenantanon#14cbd5a7-ec94-46ba-b314-cc0fc972a161::" providerId="AD" clId="Web-{8DE227C4-A2A6-CD93-7A5C-0A0729FD0046}" dt="2025-05-04T22:54:08.691" v="41" actId="20577"/>
          <ac:spMkLst>
            <pc:docMk/>
            <pc:sldMk cId="1597173864" sldId="281"/>
            <ac:spMk id="3" creationId="{98490083-E207-3DA4-4FF3-6F49339D530F}"/>
          </ac:spMkLst>
        </pc:spChg>
      </pc:sldChg>
      <pc:sldChg chg="modSp">
        <pc:chgData name="Usuário Convidado" userId="S::urn:spo:tenantanon#14cbd5a7-ec94-46ba-b314-cc0fc972a161::" providerId="AD" clId="Web-{8DE227C4-A2A6-CD93-7A5C-0A0729FD0046}" dt="2025-05-04T22:47:40.617" v="1" actId="20577"/>
        <pc:sldMkLst>
          <pc:docMk/>
          <pc:sldMk cId="3082404486" sldId="287"/>
        </pc:sldMkLst>
        <pc:spChg chg="mod">
          <ac:chgData name="Usuário Convidado" userId="S::urn:spo:tenantanon#14cbd5a7-ec94-46ba-b314-cc0fc972a161::" providerId="AD" clId="Web-{8DE227C4-A2A6-CD93-7A5C-0A0729FD0046}" dt="2025-05-04T22:47:40.617" v="1" actId="20577"/>
          <ac:spMkLst>
            <pc:docMk/>
            <pc:sldMk cId="3082404486" sldId="287"/>
            <ac:spMk id="2" creationId="{AF4131DB-A9E0-B4E7-50FC-BCAD3C511804}"/>
          </ac:spMkLst>
        </pc:spChg>
      </pc:sldChg>
      <pc:sldChg chg="modSp">
        <pc:chgData name="Usuário Convidado" userId="S::urn:spo:tenantanon#14cbd5a7-ec94-46ba-b314-cc0fc972a161::" providerId="AD" clId="Web-{8DE227C4-A2A6-CD93-7A5C-0A0729FD0046}" dt="2025-05-04T22:48:08.024" v="3" actId="20577"/>
        <pc:sldMkLst>
          <pc:docMk/>
          <pc:sldMk cId="1840433688" sldId="292"/>
        </pc:sldMkLst>
        <pc:spChg chg="mod">
          <ac:chgData name="Usuário Convidado" userId="S::urn:spo:tenantanon#14cbd5a7-ec94-46ba-b314-cc0fc972a161::" providerId="AD" clId="Web-{8DE227C4-A2A6-CD93-7A5C-0A0729FD0046}" dt="2025-05-04T22:48:08.024" v="3" actId="20577"/>
          <ac:spMkLst>
            <pc:docMk/>
            <pc:sldMk cId="1840433688" sldId="292"/>
            <ac:spMk id="4" creationId="{1733F9FB-B30D-6536-0A43-BBFD67118BD1}"/>
          </ac:spMkLst>
        </pc:spChg>
      </pc:sldChg>
      <pc:sldChg chg="modSp">
        <pc:chgData name="Usuário Convidado" userId="S::urn:spo:tenantanon#14cbd5a7-ec94-46ba-b314-cc0fc972a161::" providerId="AD" clId="Web-{8DE227C4-A2A6-CD93-7A5C-0A0729FD0046}" dt="2025-05-04T22:59:13.060" v="76" actId="20577"/>
        <pc:sldMkLst>
          <pc:docMk/>
          <pc:sldMk cId="164839551" sldId="294"/>
        </pc:sldMkLst>
        <pc:spChg chg="mod">
          <ac:chgData name="Usuário Convidado" userId="S::urn:spo:tenantanon#14cbd5a7-ec94-46ba-b314-cc0fc972a161::" providerId="AD" clId="Web-{8DE227C4-A2A6-CD93-7A5C-0A0729FD0046}" dt="2025-05-04T22:59:13.060" v="76" actId="20577"/>
          <ac:spMkLst>
            <pc:docMk/>
            <pc:sldMk cId="164839551" sldId="294"/>
            <ac:spMk id="3" creationId="{251C1675-79B8-D201-71A0-3823750FB58A}"/>
          </ac:spMkLst>
        </pc:spChg>
      </pc:sldChg>
      <pc:sldChg chg="modSp">
        <pc:chgData name="Usuário Convidado" userId="S::urn:spo:tenantanon#14cbd5a7-ec94-46ba-b314-cc0fc972a161::" providerId="AD" clId="Web-{8DE227C4-A2A6-CD93-7A5C-0A0729FD0046}" dt="2025-05-04T22:56:58.634" v="72" actId="20577"/>
        <pc:sldMkLst>
          <pc:docMk/>
          <pc:sldMk cId="2674112268" sldId="295"/>
        </pc:sldMkLst>
        <pc:spChg chg="mod">
          <ac:chgData name="Usuário Convidado" userId="S::urn:spo:tenantanon#14cbd5a7-ec94-46ba-b314-cc0fc972a161::" providerId="AD" clId="Web-{8DE227C4-A2A6-CD93-7A5C-0A0729FD0046}" dt="2025-05-04T22:56:58.634" v="72" actId="20577"/>
          <ac:spMkLst>
            <pc:docMk/>
            <pc:sldMk cId="2674112268" sldId="295"/>
            <ac:spMk id="2" creationId="{0ABC025C-9F44-84D2-69A0-06A2E2A18946}"/>
          </ac:spMkLst>
        </pc:spChg>
      </pc:sldChg>
      <pc:sldChg chg="modSp">
        <pc:chgData name="Usuário Convidado" userId="S::urn:spo:tenantanon#14cbd5a7-ec94-46ba-b314-cc0fc972a161::" providerId="AD" clId="Web-{8DE227C4-A2A6-CD93-7A5C-0A0729FD0046}" dt="2025-05-04T22:55:09.162" v="57" actId="20577"/>
        <pc:sldMkLst>
          <pc:docMk/>
          <pc:sldMk cId="1208357050" sldId="305"/>
        </pc:sldMkLst>
        <pc:spChg chg="mod">
          <ac:chgData name="Usuário Convidado" userId="S::urn:spo:tenantanon#14cbd5a7-ec94-46ba-b314-cc0fc972a161::" providerId="AD" clId="Web-{8DE227C4-A2A6-CD93-7A5C-0A0729FD0046}" dt="2025-05-04T22:55:09.162" v="57" actId="20577"/>
          <ac:spMkLst>
            <pc:docMk/>
            <pc:sldMk cId="1208357050" sldId="305"/>
            <ac:spMk id="7" creationId="{64BD2227-4298-495B-F6D3-CA83E1718734}"/>
          </ac:spMkLst>
        </pc:spChg>
      </pc:sldChg>
      <pc:sldChg chg="addSp delSp modSp">
        <pc:chgData name="Usuário Convidado" userId="S::urn:spo:tenantanon#14cbd5a7-ec94-46ba-b314-cc0fc972a161::" providerId="AD" clId="Web-{8DE227C4-A2A6-CD93-7A5C-0A0729FD0046}" dt="2025-05-04T23:06:40.526" v="137" actId="1076"/>
        <pc:sldMkLst>
          <pc:docMk/>
          <pc:sldMk cId="2903880357" sldId="311"/>
        </pc:sldMkLst>
        <pc:spChg chg="mod">
          <ac:chgData name="Usuário Convidado" userId="S::urn:spo:tenantanon#14cbd5a7-ec94-46ba-b314-cc0fc972a161::" providerId="AD" clId="Web-{8DE227C4-A2A6-CD93-7A5C-0A0729FD0046}" dt="2025-05-04T23:06:29.198" v="131" actId="1076"/>
          <ac:spMkLst>
            <pc:docMk/>
            <pc:sldMk cId="2903880357" sldId="311"/>
            <ac:spMk id="2" creationId="{6D521972-2465-44C0-034F-C7C2A75E43A3}"/>
          </ac:spMkLst>
        </pc:spChg>
        <pc:picChg chg="add del mod">
          <ac:chgData name="Usuário Convidado" userId="S::urn:spo:tenantanon#14cbd5a7-ec94-46ba-b314-cc0fc972a161::" providerId="AD" clId="Web-{8DE227C4-A2A6-CD93-7A5C-0A0729FD0046}" dt="2025-05-04T23:04:58.648" v="95"/>
          <ac:picMkLst>
            <pc:docMk/>
            <pc:sldMk cId="2903880357" sldId="311"/>
            <ac:picMk id="3" creationId="{B4342BBA-ED95-704F-4C5D-C3AACBD4EFCF}"/>
          </ac:picMkLst>
        </pc:picChg>
        <pc:picChg chg="del">
          <ac:chgData name="Usuário Convidado" userId="S::urn:spo:tenantanon#14cbd5a7-ec94-46ba-b314-cc0fc972a161::" providerId="AD" clId="Web-{8DE227C4-A2A6-CD93-7A5C-0A0729FD0046}" dt="2025-05-04T23:03:04.004" v="86"/>
          <ac:picMkLst>
            <pc:docMk/>
            <pc:sldMk cId="2903880357" sldId="311"/>
            <ac:picMk id="4" creationId="{1E333CCB-0F9F-E672-CC1D-45DA442B4AFD}"/>
          </ac:picMkLst>
        </pc:picChg>
        <pc:picChg chg="add del mod">
          <ac:chgData name="Usuário Convidado" userId="S::urn:spo:tenantanon#14cbd5a7-ec94-46ba-b314-cc0fc972a161::" providerId="AD" clId="Web-{8DE227C4-A2A6-CD93-7A5C-0A0729FD0046}" dt="2025-05-04T23:06:30.901" v="133"/>
          <ac:picMkLst>
            <pc:docMk/>
            <pc:sldMk cId="2903880357" sldId="311"/>
            <ac:picMk id="5" creationId="{5E51C538-346D-0FDE-240B-3443B8D62AD2}"/>
          </ac:picMkLst>
        </pc:picChg>
        <pc:picChg chg="add mod">
          <ac:chgData name="Usuário Convidado" userId="S::urn:spo:tenantanon#14cbd5a7-ec94-46ba-b314-cc0fc972a161::" providerId="AD" clId="Web-{8DE227C4-A2A6-CD93-7A5C-0A0729FD0046}" dt="2025-05-04T23:06:40.526" v="137" actId="1076"/>
          <ac:picMkLst>
            <pc:docMk/>
            <pc:sldMk cId="2903880357" sldId="311"/>
            <ac:picMk id="6" creationId="{29E74D11-62D4-29C6-D39F-946C843F1314}"/>
          </ac:picMkLst>
        </pc:picChg>
      </pc:sldChg>
      <pc:sldChg chg="modSp">
        <pc:chgData name="Usuário Convidado" userId="S::urn:spo:tenantanon#14cbd5a7-ec94-46ba-b314-cc0fc972a161::" providerId="AD" clId="Web-{8DE227C4-A2A6-CD93-7A5C-0A0729FD0046}" dt="2025-05-04T23:09:46.423" v="147" actId="20577"/>
        <pc:sldMkLst>
          <pc:docMk/>
          <pc:sldMk cId="1156197512" sldId="312"/>
        </pc:sldMkLst>
        <pc:graphicFrameChg chg="modGraphic">
          <ac:chgData name="Usuário Convidado" userId="S::urn:spo:tenantanon#14cbd5a7-ec94-46ba-b314-cc0fc972a161::" providerId="AD" clId="Web-{8DE227C4-A2A6-CD93-7A5C-0A0729FD0046}" dt="2025-05-04T23:09:46.423" v="147" actId="20577"/>
          <ac:graphicFrameMkLst>
            <pc:docMk/>
            <pc:sldMk cId="1156197512" sldId="312"/>
            <ac:graphicFrameMk id="5" creationId="{BE982FD6-7088-BAB1-AB9F-104BB86EF405}"/>
          </ac:graphicFrameMkLst>
        </pc:graphicFrameChg>
      </pc:sldChg>
      <pc:sldChg chg="addSp delSp modSp add replId">
        <pc:chgData name="Usuário Convidado" userId="S::urn:spo:tenantanon#14cbd5a7-ec94-46ba-b314-cc0fc972a161::" providerId="AD" clId="Web-{8DE227C4-A2A6-CD93-7A5C-0A0729FD0046}" dt="2025-05-04T23:19:07.222" v="174" actId="1076"/>
        <pc:sldMkLst>
          <pc:docMk/>
          <pc:sldMk cId="3292942200" sldId="320"/>
        </pc:sldMkLst>
        <pc:spChg chg="mod">
          <ac:chgData name="Usuário Convidado" userId="S::urn:spo:tenantanon#14cbd5a7-ec94-46ba-b314-cc0fc972a161::" providerId="AD" clId="Web-{8DE227C4-A2A6-CD93-7A5C-0A0729FD0046}" dt="2025-05-04T23:18:46.252" v="167" actId="20577"/>
          <ac:spMkLst>
            <pc:docMk/>
            <pc:sldMk cId="3292942200" sldId="320"/>
            <ac:spMk id="6" creationId="{29D4D5BB-0460-ADCE-0036-877B5D0C376B}"/>
          </ac:spMkLst>
        </pc:spChg>
        <pc:picChg chg="del">
          <ac:chgData name="Usuário Convidado" userId="S::urn:spo:tenantanon#14cbd5a7-ec94-46ba-b314-cc0fc972a161::" providerId="AD" clId="Web-{8DE227C4-A2A6-CD93-7A5C-0A0729FD0046}" dt="2025-05-04T23:18:48.003" v="168"/>
          <ac:picMkLst>
            <pc:docMk/>
            <pc:sldMk cId="3292942200" sldId="320"/>
            <ac:picMk id="2" creationId="{04E8FC41-A652-5059-9DC5-8D4F4E7915C3}"/>
          </ac:picMkLst>
        </pc:picChg>
        <pc:picChg chg="add mod">
          <ac:chgData name="Usuário Convidado" userId="S::urn:spo:tenantanon#14cbd5a7-ec94-46ba-b314-cc0fc972a161::" providerId="AD" clId="Web-{8DE227C4-A2A6-CD93-7A5C-0A0729FD0046}" dt="2025-05-04T23:19:07.222" v="174" actId="1076"/>
          <ac:picMkLst>
            <pc:docMk/>
            <pc:sldMk cId="3292942200" sldId="320"/>
            <ac:picMk id="3" creationId="{6306895E-D490-CCB4-8981-BC34277BA330}"/>
          </ac:picMkLst>
        </pc:picChg>
      </pc:sldChg>
      <pc:sldChg chg="add del replId">
        <pc:chgData name="Usuário Convidado" userId="S::urn:spo:tenantanon#14cbd5a7-ec94-46ba-b314-cc0fc972a161::" providerId="AD" clId="Web-{8DE227C4-A2A6-CD93-7A5C-0A0729FD0046}" dt="2025-05-04T23:18:54.613" v="170"/>
        <pc:sldMkLst>
          <pc:docMk/>
          <pc:sldMk cId="3242731431" sldId="321"/>
        </pc:sldMkLst>
      </pc:sldChg>
    </pc:docChg>
  </pc:docChgLst>
  <pc:docChgLst>
    <pc:chgData name="Mariana Eliza Alves Costa" userId="S::1078276@sga.pucminas.br::c138fc88-73c0-47e1-b788-3e194ec42aa1" providerId="AD" clId="Web-{417100F3-77D4-ED64-E34E-944F16879634}"/>
    <pc:docChg chg="addSld delSld modSld sldOrd">
      <pc:chgData name="Mariana Eliza Alves Costa" userId="S::1078276@sga.pucminas.br::c138fc88-73c0-47e1-b788-3e194ec42aa1" providerId="AD" clId="Web-{417100F3-77D4-ED64-E34E-944F16879634}" dt="2025-06-02T22:11:43.472" v="515"/>
      <pc:docMkLst>
        <pc:docMk/>
      </pc:docMkLst>
      <pc:sldChg chg="addSp delSp modSp">
        <pc:chgData name="Mariana Eliza Alves Costa" userId="S::1078276@sga.pucminas.br::c138fc88-73c0-47e1-b788-3e194ec42aa1" providerId="AD" clId="Web-{417100F3-77D4-ED64-E34E-944F16879634}" dt="2025-06-02T14:44:40.458" v="343" actId="1076"/>
        <pc:sldMkLst>
          <pc:docMk/>
          <pc:sldMk cId="487046690" sldId="263"/>
        </pc:sldMkLst>
        <pc:spChg chg="mod">
          <ac:chgData name="Mariana Eliza Alves Costa" userId="S::1078276@sga.pucminas.br::c138fc88-73c0-47e1-b788-3e194ec42aa1" providerId="AD" clId="Web-{417100F3-77D4-ED64-E34E-944F16879634}" dt="2025-06-02T14:44:35.177" v="342" actId="1076"/>
          <ac:spMkLst>
            <pc:docMk/>
            <pc:sldMk cId="487046690" sldId="263"/>
            <ac:spMk id="2" creationId="{40FA8811-8A66-21D8-CC9E-2E7825A36149}"/>
          </ac:spMkLst>
        </pc:spChg>
        <pc:spChg chg="mod">
          <ac:chgData name="Mariana Eliza Alves Costa" userId="S::1078276@sga.pucminas.br::c138fc88-73c0-47e1-b788-3e194ec42aa1" providerId="AD" clId="Web-{417100F3-77D4-ED64-E34E-944F16879634}" dt="2025-06-02T14:44:33.317" v="341" actId="1076"/>
          <ac:spMkLst>
            <pc:docMk/>
            <pc:sldMk cId="487046690" sldId="263"/>
            <ac:spMk id="25" creationId="{E416EA99-6B3A-9246-F553-7A77CD476975}"/>
          </ac:spMkLst>
        </pc:spChg>
        <pc:spChg chg="del">
          <ac:chgData name="Mariana Eliza Alves Costa" userId="S::1078276@sga.pucminas.br::c138fc88-73c0-47e1-b788-3e194ec42aa1" providerId="AD" clId="Web-{417100F3-77D4-ED64-E34E-944F16879634}" dt="2025-06-02T14:38:44.541" v="279"/>
          <ac:spMkLst>
            <pc:docMk/>
            <pc:sldMk cId="487046690" sldId="263"/>
            <ac:spMk id="46" creationId="{744CAA32-F237-419C-A2DD-43C28D920D3C}"/>
          </ac:spMkLst>
        </pc:spChg>
        <pc:spChg chg="add">
          <ac:chgData name="Mariana Eliza Alves Costa" userId="S::1078276@sga.pucminas.br::c138fc88-73c0-47e1-b788-3e194ec42aa1" providerId="AD" clId="Web-{417100F3-77D4-ED64-E34E-944F16879634}" dt="2025-06-02T14:38:44.541" v="279"/>
          <ac:spMkLst>
            <pc:docMk/>
            <pc:sldMk cId="487046690" sldId="263"/>
            <ac:spMk id="56" creationId="{744CAA32-F237-419C-A2DD-43C28D920D3C}"/>
          </ac:spMkLst>
        </pc:spChg>
        <pc:spChg chg="add mod">
          <ac:chgData name="Mariana Eliza Alves Costa" userId="S::1078276@sga.pucminas.br::c138fc88-73c0-47e1-b788-3e194ec42aa1" providerId="AD" clId="Web-{417100F3-77D4-ED64-E34E-944F16879634}" dt="2025-06-02T14:44:24.067" v="338" actId="1076"/>
          <ac:spMkLst>
            <pc:docMk/>
            <pc:sldMk cId="487046690" sldId="263"/>
            <ac:spMk id="67" creationId="{CE928A18-FCDD-B6F6-8957-D1BA49FFA542}"/>
          </ac:spMkLst>
        </pc:spChg>
        <pc:graphicFrameChg chg="add mod">
          <ac:chgData name="Mariana Eliza Alves Costa" userId="S::1078276@sga.pucminas.br::c138fc88-73c0-47e1-b788-3e194ec42aa1" providerId="AD" clId="Web-{417100F3-77D4-ED64-E34E-944F16879634}" dt="2025-06-02T14:44:40.458" v="343" actId="1076"/>
          <ac:graphicFrameMkLst>
            <pc:docMk/>
            <pc:sldMk cId="487046690" sldId="263"/>
            <ac:graphicFrameMk id="4" creationId="{2673BB51-7787-EF37-00A2-932CA0450731}"/>
          </ac:graphicFrameMkLst>
        </pc:graphicFrameChg>
        <pc:picChg chg="del">
          <ac:chgData name="Mariana Eliza Alves Costa" userId="S::1078276@sga.pucminas.br::c138fc88-73c0-47e1-b788-3e194ec42aa1" providerId="AD" clId="Web-{417100F3-77D4-ED64-E34E-944F16879634}" dt="2025-06-02T14:38:13.540" v="275"/>
          <ac:picMkLst>
            <pc:docMk/>
            <pc:sldMk cId="487046690" sldId="263"/>
            <ac:picMk id="51" creationId="{D303B314-F736-1919-D03D-D9860C8C93DF}"/>
          </ac:picMkLst>
        </pc:picChg>
        <pc:picChg chg="add">
          <ac:chgData name="Mariana Eliza Alves Costa" userId="S::1078276@sga.pucminas.br::c138fc88-73c0-47e1-b788-3e194ec42aa1" providerId="AD" clId="Web-{417100F3-77D4-ED64-E34E-944F16879634}" dt="2025-06-02T14:38:44.541" v="279"/>
          <ac:picMkLst>
            <pc:docMk/>
            <pc:sldMk cId="487046690" sldId="263"/>
            <ac:picMk id="52" creationId="{16C62A5F-6265-E6AB-29AF-499C4AD875AC}"/>
          </ac:picMkLst>
        </pc:picChg>
        <pc:cxnChg chg="del">
          <ac:chgData name="Mariana Eliza Alves Costa" userId="S::1078276@sga.pucminas.br::c138fc88-73c0-47e1-b788-3e194ec42aa1" providerId="AD" clId="Web-{417100F3-77D4-ED64-E34E-944F16879634}" dt="2025-06-02T14:38:44.541" v="279"/>
          <ac:cxnSpMkLst>
            <pc:docMk/>
            <pc:sldMk cId="487046690" sldId="263"/>
            <ac:cxnSpMk id="50" creationId="{753FE100-D0AB-4AE2-824B-60CFA31EC6A2}"/>
          </ac:cxnSpMkLst>
        </pc:cxnChg>
        <pc:cxnChg chg="add">
          <ac:chgData name="Mariana Eliza Alves Costa" userId="S::1078276@sga.pucminas.br::c138fc88-73c0-47e1-b788-3e194ec42aa1" providerId="AD" clId="Web-{417100F3-77D4-ED64-E34E-944F16879634}" dt="2025-06-02T14:38:44.541" v="279"/>
          <ac:cxnSpMkLst>
            <pc:docMk/>
            <pc:sldMk cId="487046690" sldId="263"/>
            <ac:cxnSpMk id="58" creationId="{691422F5-4221-4812-AFD9-5479C6D60AD9}"/>
          </ac:cxnSpMkLst>
        </pc:cxnChg>
      </pc:sldChg>
      <pc:sldChg chg="addSp delSp modSp del">
        <pc:chgData name="Mariana Eliza Alves Costa" userId="S::1078276@sga.pucminas.br::c138fc88-73c0-47e1-b788-3e194ec42aa1" providerId="AD" clId="Web-{417100F3-77D4-ED64-E34E-944F16879634}" dt="2025-06-02T14:43:18.799" v="336"/>
        <pc:sldMkLst>
          <pc:docMk/>
          <pc:sldMk cId="3555188708" sldId="264"/>
        </pc:sldMkLst>
        <pc:spChg chg="mod">
          <ac:chgData name="Mariana Eliza Alves Costa" userId="S::1078276@sga.pucminas.br::c138fc88-73c0-47e1-b788-3e194ec42aa1" providerId="AD" clId="Web-{417100F3-77D4-ED64-E34E-944F16879634}" dt="2025-06-02T14:42:11.719" v="312"/>
          <ac:spMkLst>
            <pc:docMk/>
            <pc:sldMk cId="3555188708" sldId="264"/>
            <ac:spMk id="2" creationId="{675BA924-606B-4D93-701C-3F4D0941D1BB}"/>
          </ac:spMkLst>
        </pc:spChg>
        <pc:spChg chg="del">
          <ac:chgData name="Mariana Eliza Alves Costa" userId="S::1078276@sga.pucminas.br::c138fc88-73c0-47e1-b788-3e194ec42aa1" providerId="AD" clId="Web-{417100F3-77D4-ED64-E34E-944F16879634}" dt="2025-06-02T14:40:38.513" v="309"/>
          <ac:spMkLst>
            <pc:docMk/>
            <pc:sldMk cId="3555188708" sldId="264"/>
            <ac:spMk id="13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417100F3-77D4-ED64-E34E-944F16879634}" dt="2025-06-02T14:42:11.719" v="312"/>
          <ac:spMkLst>
            <pc:docMk/>
            <pc:sldMk cId="3555188708" sldId="264"/>
            <ac:spMk id="20" creationId="{A637580D-1176-4083-A9A1-BD8ED08996EC}"/>
          </ac:spMkLst>
        </pc:spChg>
        <pc:spChg chg="add">
          <ac:chgData name="Mariana Eliza Alves Costa" userId="S::1078276@sga.pucminas.br::c138fc88-73c0-47e1-b788-3e194ec42aa1" providerId="AD" clId="Web-{417100F3-77D4-ED64-E34E-944F16879634}" dt="2025-06-02T14:42:11.719" v="312"/>
          <ac:spMkLst>
            <pc:docMk/>
            <pc:sldMk cId="3555188708" sldId="264"/>
            <ac:spMk id="27" creationId="{A637580D-1176-4083-A9A1-BD8ED08996EC}"/>
          </ac:spMkLst>
        </pc:spChg>
        <pc:graphicFrameChg chg="mod modGraphic">
          <ac:chgData name="Mariana Eliza Alves Costa" userId="S::1078276@sga.pucminas.br::c138fc88-73c0-47e1-b788-3e194ec42aa1" providerId="AD" clId="Web-{417100F3-77D4-ED64-E34E-944F16879634}" dt="2025-06-02T14:42:11.719" v="312"/>
          <ac:graphicFrameMkLst>
            <pc:docMk/>
            <pc:sldMk cId="3555188708" sldId="264"/>
            <ac:graphicFrameMk id="15" creationId="{DED8D94B-67FD-070D-F5F0-FD1E975C37EC}"/>
          </ac:graphicFrameMkLst>
        </pc:graphicFrameChg>
        <pc:cxnChg chg="del">
          <ac:chgData name="Mariana Eliza Alves Costa" userId="S::1078276@sga.pucminas.br::c138fc88-73c0-47e1-b788-3e194ec42aa1" providerId="AD" clId="Web-{417100F3-77D4-ED64-E34E-944F16879634}" dt="2025-06-02T14:40:38.513" v="309"/>
          <ac:cxnSpMkLst>
            <pc:docMk/>
            <pc:sldMk cId="3555188708" sldId="264"/>
            <ac:cxnSpMk id="14" creationId="{05ADA91C-AD52-A530-A898-AD6E69874598}"/>
          </ac:cxnSpMkLst>
        </pc:cxnChg>
        <pc:cxnChg chg="add del">
          <ac:chgData name="Mariana Eliza Alves Costa" userId="S::1078276@sga.pucminas.br::c138fc88-73c0-47e1-b788-3e194ec42aa1" providerId="AD" clId="Web-{417100F3-77D4-ED64-E34E-944F16879634}" dt="2025-06-02T14:42:11.719" v="312"/>
          <ac:cxnSpMkLst>
            <pc:docMk/>
            <pc:sldMk cId="3555188708" sldId="264"/>
            <ac:cxnSpMk id="22" creationId="{1A85A180-17F0-9F5F-51D9-6D242E7884AB}"/>
          </ac:cxnSpMkLst>
        </pc:cxnChg>
        <pc:cxnChg chg="add">
          <ac:chgData name="Mariana Eliza Alves Costa" userId="S::1078276@sga.pucminas.br::c138fc88-73c0-47e1-b788-3e194ec42aa1" providerId="AD" clId="Web-{417100F3-77D4-ED64-E34E-944F16879634}" dt="2025-06-02T14:42:11.719" v="312"/>
          <ac:cxnSpMkLst>
            <pc:docMk/>
            <pc:sldMk cId="3555188708" sldId="264"/>
            <ac:cxnSpMk id="29" creationId="{B9C96FDC-E4C2-7D8A-44BA-572E7CD9E899}"/>
          </ac:cxnSpMkLst>
        </pc:cxnChg>
      </pc:sldChg>
      <pc:sldChg chg="modSp add del ord">
        <pc:chgData name="Mariana Eliza Alves Costa" userId="S::1078276@sga.pucminas.br::c138fc88-73c0-47e1-b788-3e194ec42aa1" providerId="AD" clId="Web-{417100F3-77D4-ED64-E34E-944F16879634}" dt="2025-06-02T14:35:05.221" v="230"/>
        <pc:sldMkLst>
          <pc:docMk/>
          <pc:sldMk cId="2584666939" sldId="267"/>
        </pc:sldMkLst>
        <pc:spChg chg="mod">
          <ac:chgData name="Mariana Eliza Alves Costa" userId="S::1078276@sga.pucminas.br::c138fc88-73c0-47e1-b788-3e194ec42aa1" providerId="AD" clId="Web-{417100F3-77D4-ED64-E34E-944F16879634}" dt="2025-06-02T14:34:21.798" v="225" actId="14100"/>
          <ac:spMkLst>
            <pc:docMk/>
            <pc:sldMk cId="2584666939" sldId="267"/>
            <ac:spMk id="2" creationId="{5D81D044-45AB-2698-743D-A8603F03580A}"/>
          </ac:spMkLst>
        </pc:spChg>
      </pc:sldChg>
      <pc:sldChg chg="addSp delSp modSp add del">
        <pc:chgData name="Mariana Eliza Alves Costa" userId="S::1078276@sga.pucminas.br::c138fc88-73c0-47e1-b788-3e194ec42aa1" providerId="AD" clId="Web-{417100F3-77D4-ED64-E34E-944F16879634}" dt="2025-06-02T14:35:25.659" v="247" actId="20577"/>
        <pc:sldMkLst>
          <pc:docMk/>
          <pc:sldMk cId="3894047674" sldId="268"/>
        </pc:sldMkLst>
        <pc:spChg chg="mod">
          <ac:chgData name="Mariana Eliza Alves Costa" userId="S::1078276@sga.pucminas.br::c138fc88-73c0-47e1-b788-3e194ec42aa1" providerId="AD" clId="Web-{417100F3-77D4-ED64-E34E-944F16879634}" dt="2025-06-02T14:35:21.159" v="246" actId="20577"/>
          <ac:spMkLst>
            <pc:docMk/>
            <pc:sldMk cId="3894047674" sldId="268"/>
            <ac:spMk id="2" creationId="{16F952DD-5DED-7590-09C4-5645A244B6D6}"/>
          </ac:spMkLst>
        </pc:spChg>
        <pc:spChg chg="mod">
          <ac:chgData name="Mariana Eliza Alves Costa" userId="S::1078276@sga.pucminas.br::c138fc88-73c0-47e1-b788-3e194ec42aa1" providerId="AD" clId="Web-{417100F3-77D4-ED64-E34E-944F16879634}" dt="2025-06-02T14:35:25.659" v="247" actId="20577"/>
          <ac:spMkLst>
            <pc:docMk/>
            <pc:sldMk cId="3894047674" sldId="268"/>
            <ac:spMk id="3" creationId="{F6CDC565-8D8F-7065-0B41-E1311A5EB6DB}"/>
          </ac:spMkLst>
        </pc:spChg>
        <pc:spChg chg="add">
          <ac:chgData name="Mariana Eliza Alves Costa" userId="S::1078276@sga.pucminas.br::c138fc88-73c0-47e1-b788-3e194ec42aa1" providerId="AD" clId="Web-{417100F3-77D4-ED64-E34E-944F16879634}" dt="2025-06-02T14:35:01.159" v="229"/>
          <ac:spMkLst>
            <pc:docMk/>
            <pc:sldMk cId="3894047674" sldId="268"/>
            <ac:spMk id="12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417100F3-77D4-ED64-E34E-944F16879634}" dt="2025-06-02T14:35:01.159" v="229"/>
          <ac:spMkLst>
            <pc:docMk/>
            <pc:sldMk cId="3894047674" sldId="268"/>
            <ac:spMk id="14" creationId="{122AB34F-E75C-451A-8410-05B6C249E9D3}"/>
          </ac:spMkLst>
        </pc:spChg>
        <pc:picChg chg="add del mod">
          <ac:chgData name="Mariana Eliza Alves Costa" userId="S::1078276@sga.pucminas.br::c138fc88-73c0-47e1-b788-3e194ec42aa1" providerId="AD" clId="Web-{417100F3-77D4-ED64-E34E-944F16879634}" dt="2025-06-02T14:34:58.018" v="228"/>
          <ac:picMkLst>
            <pc:docMk/>
            <pc:sldMk cId="3894047674" sldId="268"/>
            <ac:picMk id="4" creationId="{4D9B2366-207B-8DE2-DAE2-56B01D043EA9}"/>
          </ac:picMkLst>
        </pc:picChg>
        <pc:picChg chg="mod">
          <ac:chgData name="Mariana Eliza Alves Costa" userId="S::1078276@sga.pucminas.br::c138fc88-73c0-47e1-b788-3e194ec42aa1" providerId="AD" clId="Web-{417100F3-77D4-ED64-E34E-944F16879634}" dt="2025-06-02T14:35:01.159" v="229"/>
          <ac:picMkLst>
            <pc:docMk/>
            <pc:sldMk cId="3894047674" sldId="268"/>
            <ac:picMk id="5" creationId="{A17EE958-494B-1BA1-0532-7870FDD3B9D3}"/>
          </ac:picMkLst>
        </pc:picChg>
        <pc:cxnChg chg="add">
          <ac:chgData name="Mariana Eliza Alves Costa" userId="S::1078276@sga.pucminas.br::c138fc88-73c0-47e1-b788-3e194ec42aa1" providerId="AD" clId="Web-{417100F3-77D4-ED64-E34E-944F16879634}" dt="2025-06-02T14:35:01.159" v="229"/>
          <ac:cxnSpMkLst>
            <pc:docMk/>
            <pc:sldMk cId="3894047674" sldId="268"/>
            <ac:cxnSpMk id="10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417100F3-77D4-ED64-E34E-944F16879634}" dt="2025-06-02T14:35:01.159" v="229"/>
          <ac:cxnSpMkLst>
            <pc:docMk/>
            <pc:sldMk cId="3894047674" sldId="268"/>
            <ac:cxnSpMk id="16" creationId="{97CC2FE6-3AD0-4131-B4BC-1F4D65E25E13}"/>
          </ac:cxnSpMkLst>
        </pc:cxnChg>
      </pc:sldChg>
      <pc:sldChg chg="addSp delSp add del">
        <pc:chgData name="Mariana Eliza Alves Costa" userId="S::1078276@sga.pucminas.br::c138fc88-73c0-47e1-b788-3e194ec42aa1" providerId="AD" clId="Web-{417100F3-77D4-ED64-E34E-944F16879634}" dt="2025-06-02T14:34:18.751" v="224"/>
        <pc:sldMkLst>
          <pc:docMk/>
          <pc:sldMk cId="3501882919" sldId="270"/>
        </pc:sldMkLst>
        <pc:spChg chg="add del">
          <ac:chgData name="Mariana Eliza Alves Costa" userId="S::1078276@sga.pucminas.br::c138fc88-73c0-47e1-b788-3e194ec42aa1" providerId="AD" clId="Web-{417100F3-77D4-ED64-E34E-944F16879634}" dt="2025-06-02T14:33:36.015" v="216"/>
          <ac:spMkLst>
            <pc:docMk/>
            <pc:sldMk cId="3501882919" sldId="270"/>
            <ac:spMk id="60" creationId="{251C1675-79B8-D201-71A0-3823750FB58A}"/>
          </ac:spMkLst>
        </pc:spChg>
      </pc:sldChg>
      <pc:sldChg chg="add del">
        <pc:chgData name="Mariana Eliza Alves Costa" userId="S::1078276@sga.pucminas.br::c138fc88-73c0-47e1-b788-3e194ec42aa1" providerId="AD" clId="Web-{417100F3-77D4-ED64-E34E-944F16879634}" dt="2025-06-02T14:35:40.675" v="253"/>
        <pc:sldMkLst>
          <pc:docMk/>
          <pc:sldMk cId="206395105" sldId="271"/>
        </pc:sldMkLst>
      </pc:sldChg>
      <pc:sldChg chg="add del">
        <pc:chgData name="Mariana Eliza Alves Costa" userId="S::1078276@sga.pucminas.br::c138fc88-73c0-47e1-b788-3e194ec42aa1" providerId="AD" clId="Web-{417100F3-77D4-ED64-E34E-944F16879634}" dt="2025-06-02T14:35:57.145" v="256"/>
        <pc:sldMkLst>
          <pc:docMk/>
          <pc:sldMk cId="1661062521" sldId="273"/>
        </pc:sldMkLst>
      </pc:sldChg>
      <pc:sldChg chg="ord">
        <pc:chgData name="Mariana Eliza Alves Costa" userId="S::1078276@sga.pucminas.br::c138fc88-73c0-47e1-b788-3e194ec42aa1" providerId="AD" clId="Web-{417100F3-77D4-ED64-E34E-944F16879634}" dt="2025-06-02T14:55:47.448" v="398"/>
        <pc:sldMkLst>
          <pc:docMk/>
          <pc:sldMk cId="1231823350" sldId="279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55:27.010" v="394"/>
        <pc:sldMkLst>
          <pc:docMk/>
          <pc:sldMk cId="1597173864" sldId="281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55:27.900" v="395"/>
        <pc:sldMkLst>
          <pc:docMk/>
          <pc:sldMk cId="1901844762" sldId="282"/>
        </pc:sldMkLst>
      </pc:sldChg>
      <pc:sldChg chg="modSp ord">
        <pc:chgData name="Mariana Eliza Alves Costa" userId="S::1078276@sga.pucminas.br::c138fc88-73c0-47e1-b788-3e194ec42aa1" providerId="AD" clId="Web-{417100F3-77D4-ED64-E34E-944F16879634}" dt="2025-06-02T20:16:28.061" v="409" actId="1076"/>
        <pc:sldMkLst>
          <pc:docMk/>
          <pc:sldMk cId="2068698628" sldId="286"/>
        </pc:sldMkLst>
        <pc:picChg chg="mod">
          <ac:chgData name="Mariana Eliza Alves Costa" userId="S::1078276@sga.pucminas.br::c138fc88-73c0-47e1-b788-3e194ec42aa1" providerId="AD" clId="Web-{417100F3-77D4-ED64-E34E-944F16879634}" dt="2025-06-02T20:16:28.061" v="409" actId="1076"/>
          <ac:picMkLst>
            <pc:docMk/>
            <pc:sldMk cId="2068698628" sldId="286"/>
            <ac:picMk id="4" creationId="{07757F5D-2288-BAB4-C841-E8C5CF6973E4}"/>
          </ac:picMkLst>
        </pc:picChg>
      </pc:sldChg>
      <pc:sldChg chg="del">
        <pc:chgData name="Mariana Eliza Alves Costa" userId="S::1078276@sga.pucminas.br::c138fc88-73c0-47e1-b788-3e194ec42aa1" providerId="AD" clId="Web-{417100F3-77D4-ED64-E34E-944F16879634}" dt="2025-06-02T14:57:18.232" v="401"/>
        <pc:sldMkLst>
          <pc:docMk/>
          <pc:sldMk cId="2652400676" sldId="289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57:17.716" v="400"/>
        <pc:sldMkLst>
          <pc:docMk/>
          <pc:sldMk cId="4035642484" sldId="290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57:17.216" v="399"/>
        <pc:sldMkLst>
          <pc:docMk/>
          <pc:sldMk cId="11908663" sldId="291"/>
        </pc:sldMkLst>
      </pc:sldChg>
      <pc:sldChg chg="modSp">
        <pc:chgData name="Mariana Eliza Alves Costa" userId="S::1078276@sga.pucminas.br::c138fc88-73c0-47e1-b788-3e194ec42aa1" providerId="AD" clId="Web-{417100F3-77D4-ED64-E34E-944F16879634}" dt="2025-06-02T14:54:44.180" v="387" actId="20577"/>
        <pc:sldMkLst>
          <pc:docMk/>
          <pc:sldMk cId="1840433688" sldId="292"/>
        </pc:sldMkLst>
        <pc:spChg chg="mod">
          <ac:chgData name="Mariana Eliza Alves Costa" userId="S::1078276@sga.pucminas.br::c138fc88-73c0-47e1-b788-3e194ec42aa1" providerId="AD" clId="Web-{417100F3-77D4-ED64-E34E-944F16879634}" dt="2025-06-02T14:54:44.180" v="387" actId="20577"/>
          <ac:spMkLst>
            <pc:docMk/>
            <pc:sldMk cId="1840433688" sldId="292"/>
            <ac:spMk id="2" creationId="{90245E17-5D5B-3DC3-CE8A-3A8786695F9F}"/>
          </ac:spMkLst>
        </pc:spChg>
        <pc:spChg chg="mod">
          <ac:chgData name="Mariana Eliza Alves Costa" userId="S::1078276@sga.pucminas.br::c138fc88-73c0-47e1-b788-3e194ec42aa1" providerId="AD" clId="Web-{417100F3-77D4-ED64-E34E-944F16879634}" dt="2025-06-02T14:54:39.274" v="385" actId="14100"/>
          <ac:spMkLst>
            <pc:docMk/>
            <pc:sldMk cId="1840433688" sldId="292"/>
            <ac:spMk id="4" creationId="{1733F9FB-B30D-6536-0A43-BBFD67118BD1}"/>
          </ac:spMkLst>
        </pc:spChg>
      </pc:sldChg>
      <pc:sldChg chg="del">
        <pc:chgData name="Mariana Eliza Alves Costa" userId="S::1078276@sga.pucminas.br::c138fc88-73c0-47e1-b788-3e194ec42aa1" providerId="AD" clId="Web-{417100F3-77D4-ED64-E34E-944F16879634}" dt="2025-06-02T14:55:29.697" v="396"/>
        <pc:sldMkLst>
          <pc:docMk/>
          <pc:sldMk cId="471762326" sldId="293"/>
        </pc:sldMkLst>
      </pc:sldChg>
      <pc:sldChg chg="add del">
        <pc:chgData name="Mariana Eliza Alves Costa" userId="S::1078276@sga.pucminas.br::c138fc88-73c0-47e1-b788-3e194ec42aa1" providerId="AD" clId="Web-{417100F3-77D4-ED64-E34E-944F16879634}" dt="2025-06-02T14:35:39.394" v="252"/>
        <pc:sldMkLst>
          <pc:docMk/>
          <pc:sldMk cId="164839551" sldId="294"/>
        </pc:sldMkLst>
      </pc:sldChg>
      <pc:sldChg chg="add del">
        <pc:chgData name="Mariana Eliza Alves Costa" userId="S::1078276@sga.pucminas.br::c138fc88-73c0-47e1-b788-3e194ec42aa1" providerId="AD" clId="Web-{417100F3-77D4-ED64-E34E-944F16879634}" dt="2025-06-02T14:20:53.976" v="16"/>
        <pc:sldMkLst>
          <pc:docMk/>
          <pc:sldMk cId="3361300983" sldId="297"/>
        </pc:sldMkLst>
      </pc:sldChg>
      <pc:sldChg chg="add del">
        <pc:chgData name="Mariana Eliza Alves Costa" userId="S::1078276@sga.pucminas.br::c138fc88-73c0-47e1-b788-3e194ec42aa1" providerId="AD" clId="Web-{417100F3-77D4-ED64-E34E-944F16879634}" dt="2025-06-02T14:35:51.270" v="254"/>
        <pc:sldMkLst>
          <pc:docMk/>
          <pc:sldMk cId="3404387036" sldId="302"/>
        </pc:sldMkLst>
      </pc:sldChg>
      <pc:sldChg chg="add del">
        <pc:chgData name="Mariana Eliza Alves Costa" userId="S::1078276@sga.pucminas.br::c138fc88-73c0-47e1-b788-3e194ec42aa1" providerId="AD" clId="Web-{417100F3-77D4-ED64-E34E-944F16879634}" dt="2025-06-02T14:35:53.504" v="255"/>
        <pc:sldMkLst>
          <pc:docMk/>
          <pc:sldMk cId="3744434825" sldId="304"/>
        </pc:sldMkLst>
      </pc:sldChg>
      <pc:sldChg chg="add del">
        <pc:chgData name="Mariana Eliza Alves Costa" userId="S::1078276@sga.pucminas.br::c138fc88-73c0-47e1-b788-3e194ec42aa1" providerId="AD" clId="Web-{417100F3-77D4-ED64-E34E-944F16879634}" dt="2025-06-02T14:57:21.388" v="407"/>
        <pc:sldMkLst>
          <pc:docMk/>
          <pc:sldMk cId="3584308425" sldId="307"/>
        </pc:sldMkLst>
      </pc:sldChg>
      <pc:sldChg chg="modSp add del">
        <pc:chgData name="Mariana Eliza Alves Costa" userId="S::1078276@sga.pucminas.br::c138fc88-73c0-47e1-b788-3e194ec42aa1" providerId="AD" clId="Web-{417100F3-77D4-ED64-E34E-944F16879634}" dt="2025-06-02T21:54:20.580" v="500"/>
        <pc:sldMkLst>
          <pc:docMk/>
          <pc:sldMk cId="2032450583" sldId="310"/>
        </pc:sldMkLst>
        <pc:spChg chg="mod">
          <ac:chgData name="Mariana Eliza Alves Costa" userId="S::1078276@sga.pucminas.br::c138fc88-73c0-47e1-b788-3e194ec42aa1" providerId="AD" clId="Web-{417100F3-77D4-ED64-E34E-944F16879634}" dt="2025-06-02T14:36:38.193" v="273" actId="14100"/>
          <ac:spMkLst>
            <pc:docMk/>
            <pc:sldMk cId="2032450583" sldId="310"/>
            <ac:spMk id="2" creationId="{116FE673-DE04-126D-0142-58F96E753184}"/>
          </ac:spMkLst>
        </pc:spChg>
      </pc:sldChg>
      <pc:sldChg chg="add del">
        <pc:chgData name="Mariana Eliza Alves Costa" userId="S::1078276@sga.pucminas.br::c138fc88-73c0-47e1-b788-3e194ec42aa1" providerId="AD" clId="Web-{417100F3-77D4-ED64-E34E-944F16879634}" dt="2025-06-02T14:57:21.029" v="406"/>
        <pc:sldMkLst>
          <pc:docMk/>
          <pc:sldMk cId="1156197512" sldId="312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36:45.302" v="274"/>
        <pc:sldMkLst>
          <pc:docMk/>
          <pc:sldMk cId="248634846" sldId="315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57:20.482" v="405"/>
        <pc:sldMkLst>
          <pc:docMk/>
          <pc:sldMk cId="4024451959" sldId="316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57:19.920" v="404"/>
        <pc:sldMkLst>
          <pc:docMk/>
          <pc:sldMk cId="463711169" sldId="317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57:19.404" v="403"/>
        <pc:sldMkLst>
          <pc:docMk/>
          <pc:sldMk cId="1379906964" sldId="318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57:18.841" v="402"/>
        <pc:sldMkLst>
          <pc:docMk/>
          <pc:sldMk cId="2938987507" sldId="319"/>
        </pc:sldMkLst>
      </pc:sldChg>
      <pc:sldChg chg="del">
        <pc:chgData name="Mariana Eliza Alves Costa" userId="S::1078276@sga.pucminas.br::c138fc88-73c0-47e1-b788-3e194ec42aa1" providerId="AD" clId="Web-{417100F3-77D4-ED64-E34E-944F16879634}" dt="2025-06-02T14:57:21.951" v="408"/>
        <pc:sldMkLst>
          <pc:docMk/>
          <pc:sldMk cId="3292942200" sldId="320"/>
        </pc:sldMkLst>
      </pc:sldChg>
      <pc:sldChg chg="addSp delSp modSp new mod ord modClrScheme chgLayout">
        <pc:chgData name="Mariana Eliza Alves Costa" userId="S::1078276@sga.pucminas.br::c138fc88-73c0-47e1-b788-3e194ec42aa1" providerId="AD" clId="Web-{417100F3-77D4-ED64-E34E-944F16879634}" dt="2025-06-02T14:35:37.128" v="250" actId="20577"/>
        <pc:sldMkLst>
          <pc:docMk/>
          <pc:sldMk cId="794129926" sldId="321"/>
        </pc:sldMkLst>
        <pc:spChg chg="del">
          <ac:chgData name="Mariana Eliza Alves Costa" userId="S::1078276@sga.pucminas.br::c138fc88-73c0-47e1-b788-3e194ec42aa1" providerId="AD" clId="Web-{417100F3-77D4-ED64-E34E-944F16879634}" dt="2025-06-02T14:24:04.122" v="91"/>
          <ac:spMkLst>
            <pc:docMk/>
            <pc:sldMk cId="794129926" sldId="321"/>
            <ac:spMk id="2" creationId="{7A4F4E60-3A8B-9EFF-FBE5-162B9822EBFA}"/>
          </ac:spMkLst>
        </pc:spChg>
        <pc:spChg chg="mod ord">
          <ac:chgData name="Mariana Eliza Alves Costa" userId="S::1078276@sga.pucminas.br::c138fc88-73c0-47e1-b788-3e194ec42aa1" providerId="AD" clId="Web-{417100F3-77D4-ED64-E34E-944F16879634}" dt="2025-06-02T14:35:37.128" v="250" actId="20577"/>
          <ac:spMkLst>
            <pc:docMk/>
            <pc:sldMk cId="794129926" sldId="321"/>
            <ac:spMk id="3" creationId="{3C619508-8EAB-B70C-B195-01C17BEA06B6}"/>
          </ac:spMkLst>
        </pc:spChg>
        <pc:spChg chg="add del mod">
          <ac:chgData name="Mariana Eliza Alves Costa" userId="S::1078276@sga.pucminas.br::c138fc88-73c0-47e1-b788-3e194ec42aa1" providerId="AD" clId="Web-{417100F3-77D4-ED64-E34E-944F16879634}" dt="2025-06-02T14:28:49.584" v="164"/>
          <ac:spMkLst>
            <pc:docMk/>
            <pc:sldMk cId="794129926" sldId="321"/>
            <ac:spMk id="85" creationId="{18DD987A-8DF1-F7E6-B192-A344E6C6C83C}"/>
          </ac:spMkLst>
        </pc:spChg>
        <pc:spChg chg="add del mod ord">
          <ac:chgData name="Mariana Eliza Alves Costa" userId="S::1078276@sga.pucminas.br::c138fc88-73c0-47e1-b788-3e194ec42aa1" providerId="AD" clId="Web-{417100F3-77D4-ED64-E34E-944F16879634}" dt="2025-06-02T14:30:26.509" v="187"/>
          <ac:spMkLst>
            <pc:docMk/>
            <pc:sldMk cId="794129926" sldId="321"/>
            <ac:spMk id="151" creationId="{80259EBF-EBD8-F9D7-757C-14A07CDA366D}"/>
          </ac:spMkLst>
        </pc:spChg>
        <pc:spChg chg="add mod">
          <ac:chgData name="Mariana Eliza Alves Costa" userId="S::1078276@sga.pucminas.br::c138fc88-73c0-47e1-b788-3e194ec42aa1" providerId="AD" clId="Web-{417100F3-77D4-ED64-E34E-944F16879634}" dt="2025-06-02T14:35:32.972" v="248" actId="20577"/>
          <ac:spMkLst>
            <pc:docMk/>
            <pc:sldMk cId="794129926" sldId="321"/>
            <ac:spMk id="204" creationId="{18DD987A-8DF1-F7E6-B192-A344E6C6C83C}"/>
          </ac:spMkLst>
        </pc:spChg>
        <pc:graphicFrameChg chg="add mod">
          <ac:chgData name="Mariana Eliza Alves Costa" userId="S::1078276@sga.pucminas.br::c138fc88-73c0-47e1-b788-3e194ec42aa1" providerId="AD" clId="Web-{417100F3-77D4-ED64-E34E-944F16879634}" dt="2025-06-02T14:30:55.963" v="196" actId="1076"/>
          <ac:graphicFrameMkLst>
            <pc:docMk/>
            <pc:sldMk cId="794129926" sldId="321"/>
            <ac:graphicFrameMk id="5" creationId="{3A548931-A9C9-4B8C-309D-6B68FE78F76D}"/>
          </ac:graphicFrameMkLst>
        </pc:graphicFrameChg>
        <pc:graphicFrameChg chg="add mod">
          <ac:chgData name="Mariana Eliza Alves Costa" userId="S::1078276@sga.pucminas.br::c138fc88-73c0-47e1-b788-3e194ec42aa1" providerId="AD" clId="Web-{417100F3-77D4-ED64-E34E-944F16879634}" dt="2025-06-02T14:33:30.109" v="214" actId="14100"/>
          <ac:graphicFrameMkLst>
            <pc:docMk/>
            <pc:sldMk cId="794129926" sldId="321"/>
            <ac:graphicFrameMk id="244" creationId="{CC72B117-52FA-0071-42C2-8308B2EB58A6}"/>
          </ac:graphicFrameMkLst>
        </pc:graphicFrameChg>
      </pc:sldChg>
      <pc:sldChg chg="addSp delSp modSp new del mod setBg">
        <pc:chgData name="Mariana Eliza Alves Costa" userId="S::1078276@sga.pucminas.br::c138fc88-73c0-47e1-b788-3e194ec42aa1" providerId="AD" clId="Web-{417100F3-77D4-ED64-E34E-944F16879634}" dt="2025-06-02T14:29:14.351" v="170"/>
        <pc:sldMkLst>
          <pc:docMk/>
          <pc:sldMk cId="812109810" sldId="322"/>
        </pc:sldMkLst>
        <pc:spChg chg="mod">
          <ac:chgData name="Mariana Eliza Alves Costa" userId="S::1078276@sga.pucminas.br::c138fc88-73c0-47e1-b788-3e194ec42aa1" providerId="AD" clId="Web-{417100F3-77D4-ED64-E34E-944F16879634}" dt="2025-06-02T14:25:01.718" v="100"/>
          <ac:spMkLst>
            <pc:docMk/>
            <pc:sldMk cId="812109810" sldId="322"/>
            <ac:spMk id="2" creationId="{FD712A9B-C717-B37D-2F8A-1A7DCDE2D325}"/>
          </ac:spMkLst>
        </pc:spChg>
        <pc:spChg chg="del mod">
          <ac:chgData name="Mariana Eliza Alves Costa" userId="S::1078276@sga.pucminas.br::c138fc88-73c0-47e1-b788-3e194ec42aa1" providerId="AD" clId="Web-{417100F3-77D4-ED64-E34E-944F16879634}" dt="2025-06-02T14:24:43.217" v="95"/>
          <ac:spMkLst>
            <pc:docMk/>
            <pc:sldMk cId="812109810" sldId="322"/>
            <ac:spMk id="3" creationId="{CE1D9741-25EB-1615-078A-FDF686D45B80}"/>
          </ac:spMkLst>
        </pc:spChg>
        <pc:spChg chg="add del">
          <ac:chgData name="Mariana Eliza Alves Costa" userId="S::1078276@sga.pucminas.br::c138fc88-73c0-47e1-b788-3e194ec42aa1" providerId="AD" clId="Web-{417100F3-77D4-ED64-E34E-944F16879634}" dt="2025-06-02T14:25:01.718" v="100"/>
          <ac:spMkLst>
            <pc:docMk/>
            <pc:sldMk cId="812109810" sldId="322"/>
            <ac:spMk id="9" creationId="{A637580D-1176-4083-A9A1-BD8ED08996EC}"/>
          </ac:spMkLst>
        </pc:spChg>
        <pc:spChg chg="add del">
          <ac:chgData name="Mariana Eliza Alves Costa" userId="S::1078276@sga.pucminas.br::c138fc88-73c0-47e1-b788-3e194ec42aa1" providerId="AD" clId="Web-{417100F3-77D4-ED64-E34E-944F16879634}" dt="2025-06-02T14:24:57.343" v="97"/>
          <ac:spMkLst>
            <pc:docMk/>
            <pc:sldMk cId="812109810" sldId="322"/>
            <ac:spMk id="16" creationId="{A637580D-1176-4083-A9A1-BD8ED08996EC}"/>
          </ac:spMkLst>
        </pc:spChg>
        <pc:spChg chg="add del">
          <ac:chgData name="Mariana Eliza Alves Costa" userId="S::1078276@sga.pucminas.br::c138fc88-73c0-47e1-b788-3e194ec42aa1" providerId="AD" clId="Web-{417100F3-77D4-ED64-E34E-944F16879634}" dt="2025-06-02T14:25:01.655" v="99"/>
          <ac:spMkLst>
            <pc:docMk/>
            <pc:sldMk cId="812109810" sldId="322"/>
            <ac:spMk id="20" creationId="{21C69525-1BE4-4BA0-A23C-3BB6C162EFB9}"/>
          </ac:spMkLst>
        </pc:spChg>
        <pc:spChg chg="add">
          <ac:chgData name="Mariana Eliza Alves Costa" userId="S::1078276@sga.pucminas.br::c138fc88-73c0-47e1-b788-3e194ec42aa1" providerId="AD" clId="Web-{417100F3-77D4-ED64-E34E-944F16879634}" dt="2025-06-02T14:25:01.718" v="100"/>
          <ac:spMkLst>
            <pc:docMk/>
            <pc:sldMk cId="812109810" sldId="322"/>
            <ac:spMk id="23" creationId="{DBDA151C-5770-45E4-AAFF-59E7F403866D}"/>
          </ac:spMkLst>
        </pc:spChg>
        <pc:graphicFrameChg chg="add mod modGraphic">
          <ac:chgData name="Mariana Eliza Alves Costa" userId="S::1078276@sga.pucminas.br::c138fc88-73c0-47e1-b788-3e194ec42aa1" providerId="AD" clId="Web-{417100F3-77D4-ED64-E34E-944F16879634}" dt="2025-06-02T14:25:01.718" v="100"/>
          <ac:graphicFrameMkLst>
            <pc:docMk/>
            <pc:sldMk cId="812109810" sldId="322"/>
            <ac:graphicFrameMk id="5" creationId="{BD3D5AA4-4A7A-23BA-AA1A-DB25DDCD4AF9}"/>
          </ac:graphicFrameMkLst>
        </pc:graphicFrameChg>
        <pc:cxnChg chg="add del">
          <ac:chgData name="Mariana Eliza Alves Costa" userId="S::1078276@sga.pucminas.br::c138fc88-73c0-47e1-b788-3e194ec42aa1" providerId="AD" clId="Web-{417100F3-77D4-ED64-E34E-944F16879634}" dt="2025-06-02T14:25:01.718" v="100"/>
          <ac:cxnSpMkLst>
            <pc:docMk/>
            <pc:sldMk cId="812109810" sldId="322"/>
            <ac:cxnSpMk id="11" creationId="{1A85A180-17F0-9F5F-51D9-6D242E7884AB}"/>
          </ac:cxnSpMkLst>
        </pc:cxnChg>
        <pc:cxnChg chg="add del">
          <ac:chgData name="Mariana Eliza Alves Costa" userId="S::1078276@sga.pucminas.br::c138fc88-73c0-47e1-b788-3e194ec42aa1" providerId="AD" clId="Web-{417100F3-77D4-ED64-E34E-944F16879634}" dt="2025-06-02T14:24:57.343" v="97"/>
          <ac:cxnSpMkLst>
            <pc:docMk/>
            <pc:sldMk cId="812109810" sldId="322"/>
            <ac:cxnSpMk id="18" creationId="{B9C96FDC-E4C2-7D8A-44BA-572E7CD9E899}"/>
          </ac:cxnSpMkLst>
        </pc:cxnChg>
        <pc:cxnChg chg="add del">
          <ac:chgData name="Mariana Eliza Alves Costa" userId="S::1078276@sga.pucminas.br::c138fc88-73c0-47e1-b788-3e194ec42aa1" providerId="AD" clId="Web-{417100F3-77D4-ED64-E34E-944F16879634}" dt="2025-06-02T14:25:01.655" v="99"/>
          <ac:cxnSpMkLst>
            <pc:docMk/>
            <pc:sldMk cId="812109810" sldId="322"/>
            <ac:cxnSpMk id="21" creationId="{B68AF875-C18B-4B48-AE4C-A63FD3CEFB11}"/>
          </ac:cxnSpMkLst>
        </pc:cxnChg>
        <pc:cxnChg chg="add">
          <ac:chgData name="Mariana Eliza Alves Costa" userId="S::1078276@sga.pucminas.br::c138fc88-73c0-47e1-b788-3e194ec42aa1" providerId="AD" clId="Web-{417100F3-77D4-ED64-E34E-944F16879634}" dt="2025-06-02T14:25:01.718" v="100"/>
          <ac:cxnSpMkLst>
            <pc:docMk/>
            <pc:sldMk cId="812109810" sldId="322"/>
            <ac:cxnSpMk id="24" creationId="{E62D3963-2153-4637-96E6-E31BD2CE5D0D}"/>
          </ac:cxnSpMkLst>
        </pc:cxnChg>
      </pc:sldChg>
      <pc:sldChg chg="modSp new">
        <pc:chgData name="Mariana Eliza Alves Costa" userId="S::1078276@sga.pucminas.br::c138fc88-73c0-47e1-b788-3e194ec42aa1" providerId="AD" clId="Web-{417100F3-77D4-ED64-E34E-944F16879634}" dt="2025-06-02T20:35:45.509" v="459" actId="14100"/>
        <pc:sldMkLst>
          <pc:docMk/>
          <pc:sldMk cId="3739848044" sldId="322"/>
        </pc:sldMkLst>
        <pc:spChg chg="mod">
          <ac:chgData name="Mariana Eliza Alves Costa" userId="S::1078276@sga.pucminas.br::c138fc88-73c0-47e1-b788-3e194ec42aa1" providerId="AD" clId="Web-{417100F3-77D4-ED64-E34E-944F16879634}" dt="2025-06-02T20:33:29.428" v="456" actId="14100"/>
          <ac:spMkLst>
            <pc:docMk/>
            <pc:sldMk cId="3739848044" sldId="322"/>
            <ac:spMk id="2" creationId="{6DE8104A-F502-F65E-06A9-8F22819EF816}"/>
          </ac:spMkLst>
        </pc:spChg>
        <pc:spChg chg="mod">
          <ac:chgData name="Mariana Eliza Alves Costa" userId="S::1078276@sga.pucminas.br::c138fc88-73c0-47e1-b788-3e194ec42aa1" providerId="AD" clId="Web-{417100F3-77D4-ED64-E34E-944F16879634}" dt="2025-06-02T20:35:45.509" v="459" actId="14100"/>
          <ac:spMkLst>
            <pc:docMk/>
            <pc:sldMk cId="3739848044" sldId="322"/>
            <ac:spMk id="3" creationId="{DA454DEB-4068-C2EC-2649-DA537A17C462}"/>
          </ac:spMkLst>
        </pc:spChg>
      </pc:sldChg>
      <pc:sldChg chg="addSp delSp modSp new del mod setBg">
        <pc:chgData name="Mariana Eliza Alves Costa" userId="S::1078276@sga.pucminas.br::c138fc88-73c0-47e1-b788-3e194ec42aa1" providerId="AD" clId="Web-{417100F3-77D4-ED64-E34E-944F16879634}" dt="2025-06-02T14:29:14.929" v="171"/>
        <pc:sldMkLst>
          <pc:docMk/>
          <pc:sldMk cId="3110677588" sldId="323"/>
        </pc:sldMkLst>
        <pc:spChg chg="mod">
          <ac:chgData name="Mariana Eliza Alves Costa" userId="S::1078276@sga.pucminas.br::c138fc88-73c0-47e1-b788-3e194ec42aa1" providerId="AD" clId="Web-{417100F3-77D4-ED64-E34E-944F16879634}" dt="2025-06-02T14:27:45.067" v="160"/>
          <ac:spMkLst>
            <pc:docMk/>
            <pc:sldMk cId="3110677588" sldId="323"/>
            <ac:spMk id="2" creationId="{FE957216-1708-F71E-DE16-6953047F784F}"/>
          </ac:spMkLst>
        </pc:spChg>
        <pc:spChg chg="add del mod">
          <ac:chgData name="Mariana Eliza Alves Costa" userId="S::1078276@sga.pucminas.br::c138fc88-73c0-47e1-b788-3e194ec42aa1" providerId="AD" clId="Web-{417100F3-77D4-ED64-E34E-944F16879634}" dt="2025-06-02T14:27:45.067" v="160"/>
          <ac:spMkLst>
            <pc:docMk/>
            <pc:sldMk cId="3110677588" sldId="323"/>
            <ac:spMk id="3" creationId="{0A7C9217-9542-B8C1-6B3F-03D2DA72AEBC}"/>
          </ac:spMkLst>
        </pc:spChg>
        <pc:spChg chg="add del">
          <ac:chgData name="Mariana Eliza Alves Costa" userId="S::1078276@sga.pucminas.br::c138fc88-73c0-47e1-b788-3e194ec42aa1" providerId="AD" clId="Web-{417100F3-77D4-ED64-E34E-944F16879634}" dt="2025-06-02T14:27:43.317" v="157"/>
          <ac:spMkLst>
            <pc:docMk/>
            <pc:sldMk cId="3110677588" sldId="323"/>
            <ac:spMk id="9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417100F3-77D4-ED64-E34E-944F16879634}" dt="2025-06-02T14:27:45.035" v="159"/>
          <ac:spMkLst>
            <pc:docMk/>
            <pc:sldMk cId="3110677588" sldId="323"/>
            <ac:spMk id="13" creationId="{DBDA151C-5770-45E4-AAFF-59E7F403866D}"/>
          </ac:spMkLst>
        </pc:spChg>
        <pc:spChg chg="add">
          <ac:chgData name="Mariana Eliza Alves Costa" userId="S::1078276@sga.pucminas.br::c138fc88-73c0-47e1-b788-3e194ec42aa1" providerId="AD" clId="Web-{417100F3-77D4-ED64-E34E-944F16879634}" dt="2025-06-02T14:27:45.067" v="160"/>
          <ac:spMkLst>
            <pc:docMk/>
            <pc:sldMk cId="3110677588" sldId="323"/>
            <ac:spMk id="17" creationId="{DBDA151C-5770-45E4-AAFF-59E7F403866D}"/>
          </ac:spMkLst>
        </pc:spChg>
        <pc:graphicFrameChg chg="add del">
          <ac:chgData name="Mariana Eliza Alves Costa" userId="S::1078276@sga.pucminas.br::c138fc88-73c0-47e1-b788-3e194ec42aa1" providerId="AD" clId="Web-{417100F3-77D4-ED64-E34E-944F16879634}" dt="2025-06-02T14:27:43.317" v="157"/>
          <ac:graphicFrameMkLst>
            <pc:docMk/>
            <pc:sldMk cId="3110677588" sldId="323"/>
            <ac:graphicFrameMk id="5" creationId="{B9D9175F-3E26-A450-B914-12B93A603543}"/>
          </ac:graphicFrameMkLst>
        </pc:graphicFrameChg>
        <pc:graphicFrameChg chg="add del">
          <ac:chgData name="Mariana Eliza Alves Costa" userId="S::1078276@sga.pucminas.br::c138fc88-73c0-47e1-b788-3e194ec42aa1" providerId="AD" clId="Web-{417100F3-77D4-ED64-E34E-944F16879634}" dt="2025-06-02T14:27:45.035" v="159"/>
          <ac:graphicFrameMkLst>
            <pc:docMk/>
            <pc:sldMk cId="3110677588" sldId="323"/>
            <ac:graphicFrameMk id="15" creationId="{5B84597A-9245-3F8E-C374-B9B45A1DC7F1}"/>
          </ac:graphicFrameMkLst>
        </pc:graphicFrameChg>
        <pc:graphicFrameChg chg="add">
          <ac:chgData name="Mariana Eliza Alves Costa" userId="S::1078276@sga.pucminas.br::c138fc88-73c0-47e1-b788-3e194ec42aa1" providerId="AD" clId="Web-{417100F3-77D4-ED64-E34E-944F16879634}" dt="2025-06-02T14:27:45.067" v="160"/>
          <ac:graphicFrameMkLst>
            <pc:docMk/>
            <pc:sldMk cId="3110677588" sldId="323"/>
            <ac:graphicFrameMk id="19" creationId="{B9D9175F-3E26-A450-B914-12B93A603543}"/>
          </ac:graphicFrameMkLst>
        </pc:graphicFrameChg>
        <pc:cxnChg chg="add del">
          <ac:chgData name="Mariana Eliza Alves Costa" userId="S::1078276@sga.pucminas.br::c138fc88-73c0-47e1-b788-3e194ec42aa1" providerId="AD" clId="Web-{417100F3-77D4-ED64-E34E-944F16879634}" dt="2025-06-02T14:27:43.317" v="157"/>
          <ac:cxnSpMkLst>
            <pc:docMk/>
            <pc:sldMk cId="3110677588" sldId="323"/>
            <ac:cxnSpMk id="11" creationId="{05ADA91C-AD52-A530-A898-AD6E69874598}"/>
          </ac:cxnSpMkLst>
        </pc:cxnChg>
        <pc:cxnChg chg="add del">
          <ac:chgData name="Mariana Eliza Alves Costa" userId="S::1078276@sga.pucminas.br::c138fc88-73c0-47e1-b788-3e194ec42aa1" providerId="AD" clId="Web-{417100F3-77D4-ED64-E34E-944F16879634}" dt="2025-06-02T14:27:45.035" v="159"/>
          <ac:cxnSpMkLst>
            <pc:docMk/>
            <pc:sldMk cId="3110677588" sldId="323"/>
            <ac:cxnSpMk id="14" creationId="{05ADA91C-AD52-A530-A898-AD6E69874598}"/>
          </ac:cxnSpMkLst>
        </pc:cxnChg>
        <pc:cxnChg chg="add">
          <ac:chgData name="Mariana Eliza Alves Costa" userId="S::1078276@sga.pucminas.br::c138fc88-73c0-47e1-b788-3e194ec42aa1" providerId="AD" clId="Web-{417100F3-77D4-ED64-E34E-944F16879634}" dt="2025-06-02T14:27:45.067" v="160"/>
          <ac:cxnSpMkLst>
            <pc:docMk/>
            <pc:sldMk cId="3110677588" sldId="323"/>
            <ac:cxnSpMk id="18" creationId="{05ADA91C-AD52-A530-A898-AD6E69874598}"/>
          </ac:cxnSpMkLst>
        </pc:cxnChg>
      </pc:sldChg>
      <pc:sldChg chg="addSp delSp modSp new add del mod modClrScheme chgLayout">
        <pc:chgData name="Mariana Eliza Alves Costa" userId="S::1078276@sga.pucminas.br::c138fc88-73c0-47e1-b788-3e194ec42aa1" providerId="AD" clId="Web-{417100F3-77D4-ED64-E34E-944F16879634}" dt="2025-06-02T21:58:48.975" v="513" actId="14100"/>
        <pc:sldMkLst>
          <pc:docMk/>
          <pc:sldMk cId="3310138077" sldId="323"/>
        </pc:sldMkLst>
        <pc:spChg chg="del mod ord">
          <ac:chgData name="Mariana Eliza Alves Costa" userId="S::1078276@sga.pucminas.br::c138fc88-73c0-47e1-b788-3e194ec42aa1" providerId="AD" clId="Web-{417100F3-77D4-ED64-E34E-944F16879634}" dt="2025-06-02T21:06:48.662" v="464"/>
          <ac:spMkLst>
            <pc:docMk/>
            <pc:sldMk cId="3310138077" sldId="323"/>
            <ac:spMk id="2" creationId="{9217DE31-2573-4C0E-4A73-B22ACF991D98}"/>
          </ac:spMkLst>
        </pc:spChg>
        <pc:spChg chg="mod ord">
          <ac:chgData name="Mariana Eliza Alves Costa" userId="S::1078276@sga.pucminas.br::c138fc88-73c0-47e1-b788-3e194ec42aa1" providerId="AD" clId="Web-{417100F3-77D4-ED64-E34E-944F16879634}" dt="2025-06-02T21:54:29.690" v="501"/>
          <ac:spMkLst>
            <pc:docMk/>
            <pc:sldMk cId="3310138077" sldId="323"/>
            <ac:spMk id="3" creationId="{22700314-A2FD-2A7F-16BD-DEF39CEEFE57}"/>
          </ac:spMkLst>
        </pc:spChg>
        <pc:picChg chg="add mod">
          <ac:chgData name="Mariana Eliza Alves Costa" userId="S::1078276@sga.pucminas.br::c138fc88-73c0-47e1-b788-3e194ec42aa1" providerId="AD" clId="Web-{417100F3-77D4-ED64-E34E-944F16879634}" dt="2025-06-02T21:58:48.975" v="513" actId="14100"/>
          <ac:picMkLst>
            <pc:docMk/>
            <pc:sldMk cId="3310138077" sldId="323"/>
            <ac:picMk id="2" creationId="{26C24BE2-6C13-C01E-B680-D68D4DBD76CF}"/>
          </ac:picMkLst>
        </pc:picChg>
      </pc:sldChg>
      <pc:sldChg chg="addSp delSp modSp new del mod setBg modClrScheme delDesignElem chgLayout">
        <pc:chgData name="Mariana Eliza Alves Costa" userId="S::1078276@sga.pucminas.br::c138fc88-73c0-47e1-b788-3e194ec42aa1" providerId="AD" clId="Web-{417100F3-77D4-ED64-E34E-944F16879634}" dt="2025-06-02T14:35:38.238" v="251"/>
        <pc:sldMkLst>
          <pc:docMk/>
          <pc:sldMk cId="1093054362" sldId="324"/>
        </pc:sldMkLst>
        <pc:spChg chg="del mod ord">
          <ac:chgData name="Mariana Eliza Alves Costa" userId="S::1078276@sga.pucminas.br::c138fc88-73c0-47e1-b788-3e194ec42aa1" providerId="AD" clId="Web-{417100F3-77D4-ED64-E34E-944F16879634}" dt="2025-06-02T14:29:42.992" v="173"/>
          <ac:spMkLst>
            <pc:docMk/>
            <pc:sldMk cId="1093054362" sldId="324"/>
            <ac:spMk id="2" creationId="{4AD59B6A-5EA3-6386-DAAE-77719D2800C5}"/>
          </ac:spMkLst>
        </pc:spChg>
        <pc:spChg chg="del mod">
          <ac:chgData name="Mariana Eliza Alves Costa" userId="S::1078276@sga.pucminas.br::c138fc88-73c0-47e1-b788-3e194ec42aa1" providerId="AD" clId="Web-{417100F3-77D4-ED64-E34E-944F16879634}" dt="2025-06-02T14:28:22.318" v="163"/>
          <ac:spMkLst>
            <pc:docMk/>
            <pc:sldMk cId="1093054362" sldId="324"/>
            <ac:spMk id="3" creationId="{E1E55B2A-823E-C9D4-D357-1D117CB3F115}"/>
          </ac:spMkLst>
        </pc:spChg>
        <pc:spChg chg="add del">
          <ac:chgData name="Mariana Eliza Alves Costa" userId="S::1078276@sga.pucminas.br::c138fc88-73c0-47e1-b788-3e194ec42aa1" providerId="AD" clId="Web-{417100F3-77D4-ED64-E34E-944F16879634}" dt="2025-06-02T14:29:39.180" v="172"/>
          <ac:spMkLst>
            <pc:docMk/>
            <pc:sldMk cId="1093054362" sldId="324"/>
            <ac:spMk id="9" creationId="{DBDA151C-5770-45E4-AAFF-59E7F403866D}"/>
          </ac:spMkLst>
        </pc:spChg>
        <pc:spChg chg="add del mod">
          <ac:chgData name="Mariana Eliza Alves Costa" userId="S::1078276@sga.pucminas.br::c138fc88-73c0-47e1-b788-3e194ec42aa1" providerId="AD" clId="Web-{417100F3-77D4-ED64-E34E-944F16879634}" dt="2025-06-02T14:30:41.228" v="190"/>
          <ac:spMkLst>
            <pc:docMk/>
            <pc:sldMk cId="1093054362" sldId="324"/>
            <ac:spMk id="20" creationId="{18DD987A-8DF1-F7E6-B192-A344E6C6C83C}"/>
          </ac:spMkLst>
        </pc:spChg>
        <pc:spChg chg="add del mod ord">
          <ac:chgData name="Mariana Eliza Alves Costa" userId="S::1078276@sga.pucminas.br::c138fc88-73c0-47e1-b788-3e194ec42aa1" providerId="AD" clId="Web-{417100F3-77D4-ED64-E34E-944F16879634}" dt="2025-06-02T14:29:52.274" v="176"/>
          <ac:spMkLst>
            <pc:docMk/>
            <pc:sldMk cId="1093054362" sldId="324"/>
            <ac:spMk id="34" creationId="{9FC6B067-744C-5F1C-D830-F67526B8BC00}"/>
          </ac:spMkLst>
        </pc:spChg>
        <pc:graphicFrameChg chg="add del mod ord">
          <ac:chgData name="Mariana Eliza Alves Costa" userId="S::1078276@sga.pucminas.br::c138fc88-73c0-47e1-b788-3e194ec42aa1" providerId="AD" clId="Web-{417100F3-77D4-ED64-E34E-944F16879634}" dt="2025-06-02T14:31:02.057" v="198"/>
          <ac:graphicFrameMkLst>
            <pc:docMk/>
            <pc:sldMk cId="1093054362" sldId="324"/>
            <ac:graphicFrameMk id="5" creationId="{CC72B117-52FA-0071-42C2-8308B2EB58A6}"/>
          </ac:graphicFrameMkLst>
        </pc:graphicFrameChg>
        <pc:cxnChg chg="add del">
          <ac:chgData name="Mariana Eliza Alves Costa" userId="S::1078276@sga.pucminas.br::c138fc88-73c0-47e1-b788-3e194ec42aa1" providerId="AD" clId="Web-{417100F3-77D4-ED64-E34E-944F16879634}" dt="2025-06-02T14:29:39.180" v="172"/>
          <ac:cxnSpMkLst>
            <pc:docMk/>
            <pc:sldMk cId="1093054362" sldId="324"/>
            <ac:cxnSpMk id="11" creationId="{E62D3963-2153-4637-96E6-E31BD2CE5D0D}"/>
          </ac:cxnSpMkLst>
        </pc:cxnChg>
      </pc:sldChg>
      <pc:sldChg chg="addSp modSp new">
        <pc:chgData name="Mariana Eliza Alves Costa" userId="S::1078276@sga.pucminas.br::c138fc88-73c0-47e1-b788-3e194ec42aa1" providerId="AD" clId="Web-{417100F3-77D4-ED64-E34E-944F16879634}" dt="2025-06-02T21:58:35.802" v="510" actId="14100"/>
        <pc:sldMkLst>
          <pc:docMk/>
          <pc:sldMk cId="4187888646" sldId="324"/>
        </pc:sldMkLst>
        <pc:picChg chg="add mod">
          <ac:chgData name="Mariana Eliza Alves Costa" userId="S::1078276@sga.pucminas.br::c138fc88-73c0-47e1-b788-3e194ec42aa1" providerId="AD" clId="Web-{417100F3-77D4-ED64-E34E-944F16879634}" dt="2025-06-02T21:58:35.802" v="510" actId="14100"/>
          <ac:picMkLst>
            <pc:docMk/>
            <pc:sldMk cId="4187888646" sldId="324"/>
            <ac:picMk id="2" creationId="{04AAC21B-F65D-3DA1-9752-8C8B0E19472A}"/>
          </ac:picMkLst>
        </pc:picChg>
      </pc:sldChg>
      <pc:sldChg chg="new del">
        <pc:chgData name="Mariana Eliza Alves Costa" userId="S::1078276@sga.pucminas.br::c138fc88-73c0-47e1-b788-3e194ec42aa1" providerId="AD" clId="Web-{417100F3-77D4-ED64-E34E-944F16879634}" dt="2025-06-02T22:11:43.472" v="515"/>
        <pc:sldMkLst>
          <pc:docMk/>
          <pc:sldMk cId="3422774871" sldId="325"/>
        </pc:sldMkLst>
      </pc:sldChg>
    </pc:docChg>
  </pc:docChgLst>
  <pc:docChgLst>
    <pc:chgData name="Guest User" userId="S::urn:spo:tenantanon#14cbd5a7-ec94-46ba-b314-cc0fc972a161::" providerId="AD" clId="Web-{6AA5FF47-9BCC-944E-6FF8-E55AC7894AB6}"/>
    <pc:docChg chg="addSld delSld modSld">
      <pc:chgData name="Guest User" userId="S::urn:spo:tenantanon#14cbd5a7-ec94-46ba-b314-cc0fc972a161::" providerId="AD" clId="Web-{6AA5FF47-9BCC-944E-6FF8-E55AC7894AB6}" dt="2025-06-22T18:58:40.996" v="896" actId="20577"/>
      <pc:docMkLst>
        <pc:docMk/>
      </pc:docMkLst>
      <pc:sldChg chg="modSp">
        <pc:chgData name="Guest User" userId="S::urn:spo:tenantanon#14cbd5a7-ec94-46ba-b314-cc0fc972a161::" providerId="AD" clId="Web-{6AA5FF47-9BCC-944E-6FF8-E55AC7894AB6}" dt="2025-06-22T18:34:32.979" v="115" actId="20577"/>
        <pc:sldMkLst>
          <pc:docMk/>
          <pc:sldMk cId="999673010" sldId="334"/>
        </pc:sldMkLst>
        <pc:spChg chg="mod">
          <ac:chgData name="Guest User" userId="S::urn:spo:tenantanon#14cbd5a7-ec94-46ba-b314-cc0fc972a161::" providerId="AD" clId="Web-{6AA5FF47-9BCC-944E-6FF8-E55AC7894AB6}" dt="2025-06-22T18:34:32.979" v="115" actId="20577"/>
          <ac:spMkLst>
            <pc:docMk/>
            <pc:sldMk cId="999673010" sldId="334"/>
            <ac:spMk id="4" creationId="{0A98BE94-93FD-BC22-F4BF-B51040292196}"/>
          </ac:spMkLst>
        </pc:spChg>
      </pc:sldChg>
      <pc:sldChg chg="addSp delSp modSp">
        <pc:chgData name="Guest User" userId="S::urn:spo:tenantanon#14cbd5a7-ec94-46ba-b314-cc0fc972a161::" providerId="AD" clId="Web-{6AA5FF47-9BCC-944E-6FF8-E55AC7894AB6}" dt="2025-06-22T18:42:57.479" v="183" actId="1076"/>
        <pc:sldMkLst>
          <pc:docMk/>
          <pc:sldMk cId="3255919480" sldId="335"/>
        </pc:sldMkLst>
        <pc:spChg chg="mod">
          <ac:chgData name="Guest User" userId="S::urn:spo:tenantanon#14cbd5a7-ec94-46ba-b314-cc0fc972a161::" providerId="AD" clId="Web-{6AA5FF47-9BCC-944E-6FF8-E55AC7894AB6}" dt="2025-06-22T18:35:21.918" v="141" actId="20577"/>
          <ac:spMkLst>
            <pc:docMk/>
            <pc:sldMk cId="3255919480" sldId="335"/>
            <ac:spMk id="3" creationId="{EC5EE76A-E30A-D768-C993-AF240F8E8F25}"/>
          </ac:spMkLst>
        </pc:spChg>
        <pc:picChg chg="add del mod">
          <ac:chgData name="Guest User" userId="S::urn:spo:tenantanon#14cbd5a7-ec94-46ba-b314-cc0fc972a161::" providerId="AD" clId="Web-{6AA5FF47-9BCC-944E-6FF8-E55AC7894AB6}" dt="2025-06-22T18:35:25.059" v="143"/>
          <ac:picMkLst>
            <pc:docMk/>
            <pc:sldMk cId="3255919480" sldId="335"/>
            <ac:picMk id="4" creationId="{B7971FBC-FA51-0617-7C67-B6F71C8B32C0}"/>
          </ac:picMkLst>
        </pc:picChg>
        <pc:picChg chg="add del mod">
          <ac:chgData name="Guest User" userId="S::urn:spo:tenantanon#14cbd5a7-ec94-46ba-b314-cc0fc972a161::" providerId="AD" clId="Web-{6AA5FF47-9BCC-944E-6FF8-E55AC7894AB6}" dt="2025-06-22T18:36:16.545" v="147"/>
          <ac:picMkLst>
            <pc:docMk/>
            <pc:sldMk cId="3255919480" sldId="335"/>
            <ac:picMk id="5" creationId="{50A4F381-7ADC-35A7-DCF8-31E899DF2B67}"/>
          </ac:picMkLst>
        </pc:picChg>
        <pc:picChg chg="add del mod">
          <ac:chgData name="Guest User" userId="S::urn:spo:tenantanon#14cbd5a7-ec94-46ba-b314-cc0fc972a161::" providerId="AD" clId="Web-{6AA5FF47-9BCC-944E-6FF8-E55AC7894AB6}" dt="2025-06-22T18:37:21.859" v="154"/>
          <ac:picMkLst>
            <pc:docMk/>
            <pc:sldMk cId="3255919480" sldId="335"/>
            <ac:picMk id="6" creationId="{85023572-FC0F-93A2-24EC-7FC562107D6A}"/>
          </ac:picMkLst>
        </pc:picChg>
        <pc:picChg chg="add del mod">
          <ac:chgData name="Guest User" userId="S::urn:spo:tenantanon#14cbd5a7-ec94-46ba-b314-cc0fc972a161::" providerId="AD" clId="Web-{6AA5FF47-9BCC-944E-6FF8-E55AC7894AB6}" dt="2025-06-22T18:37:21.031" v="153"/>
          <ac:picMkLst>
            <pc:docMk/>
            <pc:sldMk cId="3255919480" sldId="335"/>
            <ac:picMk id="7" creationId="{DF10BD30-BC4A-19DF-F23D-D514887942AB}"/>
          </ac:picMkLst>
        </pc:picChg>
        <pc:picChg chg="add del mod">
          <ac:chgData name="Guest User" userId="S::urn:spo:tenantanon#14cbd5a7-ec94-46ba-b314-cc0fc972a161::" providerId="AD" clId="Web-{6AA5FF47-9BCC-944E-6FF8-E55AC7894AB6}" dt="2025-06-22T18:38:01.376" v="161"/>
          <ac:picMkLst>
            <pc:docMk/>
            <pc:sldMk cId="3255919480" sldId="335"/>
            <ac:picMk id="8" creationId="{65390C91-8AAC-652D-238A-52B9D7E2C126}"/>
          </ac:picMkLst>
        </pc:picChg>
        <pc:picChg chg="add del mod">
          <ac:chgData name="Guest User" userId="S::urn:spo:tenantanon#14cbd5a7-ec94-46ba-b314-cc0fc972a161::" providerId="AD" clId="Web-{6AA5FF47-9BCC-944E-6FF8-E55AC7894AB6}" dt="2025-06-22T18:42:29.869" v="180"/>
          <ac:picMkLst>
            <pc:docMk/>
            <pc:sldMk cId="3255919480" sldId="335"/>
            <ac:picMk id="9" creationId="{7260596C-5236-52D5-7A49-B77415366D6E}"/>
          </ac:picMkLst>
        </pc:picChg>
        <pc:picChg chg="add del mod">
          <ac:chgData name="Guest User" userId="S::urn:spo:tenantanon#14cbd5a7-ec94-46ba-b314-cc0fc972a161::" providerId="AD" clId="Web-{6AA5FF47-9BCC-944E-6FF8-E55AC7894AB6}" dt="2025-06-22T18:40:09.411" v="175"/>
          <ac:picMkLst>
            <pc:docMk/>
            <pc:sldMk cId="3255919480" sldId="335"/>
            <ac:picMk id="10" creationId="{28D7F1A1-BE0A-B067-8DC6-338997EA0A99}"/>
          </ac:picMkLst>
        </pc:picChg>
        <pc:picChg chg="add mod">
          <ac:chgData name="Guest User" userId="S::urn:spo:tenantanon#14cbd5a7-ec94-46ba-b314-cc0fc972a161::" providerId="AD" clId="Web-{6AA5FF47-9BCC-944E-6FF8-E55AC7894AB6}" dt="2025-06-22T18:42:57.479" v="183" actId="1076"/>
          <ac:picMkLst>
            <pc:docMk/>
            <pc:sldMk cId="3255919480" sldId="335"/>
            <ac:picMk id="11" creationId="{4FA86092-A4B7-CACE-9FA8-D35076500709}"/>
          </ac:picMkLst>
        </pc:picChg>
      </pc:sldChg>
      <pc:sldChg chg="modSp">
        <pc:chgData name="Guest User" userId="S::urn:spo:tenantanon#14cbd5a7-ec94-46ba-b314-cc0fc972a161::" providerId="AD" clId="Web-{6AA5FF47-9BCC-944E-6FF8-E55AC7894AB6}" dt="2025-06-22T18:56:05.304" v="680" actId="20577"/>
        <pc:sldMkLst>
          <pc:docMk/>
          <pc:sldMk cId="690110538" sldId="336"/>
        </pc:sldMkLst>
        <pc:spChg chg="mod">
          <ac:chgData name="Guest User" userId="S::urn:spo:tenantanon#14cbd5a7-ec94-46ba-b314-cc0fc972a161::" providerId="AD" clId="Web-{6AA5FF47-9BCC-944E-6FF8-E55AC7894AB6}" dt="2025-06-22T18:56:05.304" v="680" actId="20577"/>
          <ac:spMkLst>
            <pc:docMk/>
            <pc:sldMk cId="690110538" sldId="336"/>
            <ac:spMk id="5" creationId="{C45A1435-0E33-CD4D-713D-14ACF2288C4B}"/>
          </ac:spMkLst>
        </pc:spChg>
      </pc:sldChg>
      <pc:sldChg chg="modSp">
        <pc:chgData name="Guest User" userId="S::urn:spo:tenantanon#14cbd5a7-ec94-46ba-b314-cc0fc972a161::" providerId="AD" clId="Web-{6AA5FF47-9BCC-944E-6FF8-E55AC7894AB6}" dt="2025-06-22T18:58:40.996" v="896" actId="20577"/>
        <pc:sldMkLst>
          <pc:docMk/>
          <pc:sldMk cId="3220201705" sldId="337"/>
        </pc:sldMkLst>
        <pc:spChg chg="mod">
          <ac:chgData name="Guest User" userId="S::urn:spo:tenantanon#14cbd5a7-ec94-46ba-b314-cc0fc972a161::" providerId="AD" clId="Web-{6AA5FF47-9BCC-944E-6FF8-E55AC7894AB6}" dt="2025-06-22T18:58:40.996" v="896" actId="20577"/>
          <ac:spMkLst>
            <pc:docMk/>
            <pc:sldMk cId="3220201705" sldId="337"/>
            <ac:spMk id="5" creationId="{93C43547-6A3F-0857-5B8F-55866A942352}"/>
          </ac:spMkLst>
        </pc:spChg>
      </pc:sldChg>
      <pc:sldChg chg="modSp">
        <pc:chgData name="Guest User" userId="S::urn:spo:tenantanon#14cbd5a7-ec94-46ba-b314-cc0fc972a161::" providerId="AD" clId="Web-{6AA5FF47-9BCC-944E-6FF8-E55AC7894AB6}" dt="2025-06-22T18:49:13.665" v="421" actId="20577"/>
        <pc:sldMkLst>
          <pc:docMk/>
          <pc:sldMk cId="2619317401" sldId="338"/>
        </pc:sldMkLst>
        <pc:spChg chg="mod">
          <ac:chgData name="Guest User" userId="S::urn:spo:tenantanon#14cbd5a7-ec94-46ba-b314-cc0fc972a161::" providerId="AD" clId="Web-{6AA5FF47-9BCC-944E-6FF8-E55AC7894AB6}" dt="2025-06-22T18:49:13.665" v="421" actId="20577"/>
          <ac:spMkLst>
            <pc:docMk/>
            <pc:sldMk cId="2619317401" sldId="338"/>
            <ac:spMk id="4" creationId="{4A3CE228-3C8F-8BD8-1307-3D11A10F33EE}"/>
          </ac:spMkLst>
        </pc:spChg>
      </pc:sldChg>
      <pc:sldChg chg="add del replId">
        <pc:chgData name="Guest User" userId="S::urn:spo:tenantanon#14cbd5a7-ec94-46ba-b314-cc0fc972a161::" providerId="AD" clId="Web-{6AA5FF47-9BCC-944E-6FF8-E55AC7894AB6}" dt="2025-06-22T18:37:25.359" v="156"/>
        <pc:sldMkLst>
          <pc:docMk/>
          <pc:sldMk cId="2944672292" sldId="339"/>
        </pc:sldMkLst>
      </pc:sldChg>
      <pc:sldChg chg="add del replId">
        <pc:chgData name="Guest User" userId="S::urn:spo:tenantanon#14cbd5a7-ec94-46ba-b314-cc0fc972a161::" providerId="AD" clId="Web-{6AA5FF47-9BCC-944E-6FF8-E55AC7894AB6}" dt="2025-06-22T18:39:18.769" v="169"/>
        <pc:sldMkLst>
          <pc:docMk/>
          <pc:sldMk cId="3378516399" sldId="339"/>
        </pc:sldMkLst>
      </pc:sldChg>
      <pc:sldChg chg="addSp delSp modSp add replId">
        <pc:chgData name="Guest User" userId="S::urn:spo:tenantanon#14cbd5a7-ec94-46ba-b314-cc0fc972a161::" providerId="AD" clId="Web-{6AA5FF47-9BCC-944E-6FF8-E55AC7894AB6}" dt="2025-06-22T18:43:13.120" v="185" actId="1076"/>
        <pc:sldMkLst>
          <pc:docMk/>
          <pc:sldMk cId="1843245491" sldId="340"/>
        </pc:sldMkLst>
        <pc:picChg chg="add del mod">
          <ac:chgData name="Guest User" userId="S::urn:spo:tenantanon#14cbd5a7-ec94-46ba-b314-cc0fc972a161::" providerId="AD" clId="Web-{6AA5FF47-9BCC-944E-6FF8-E55AC7894AB6}" dt="2025-06-22T18:39:22.644" v="170"/>
          <ac:picMkLst>
            <pc:docMk/>
            <pc:sldMk cId="1843245491" sldId="340"/>
            <ac:picMk id="4" creationId="{F5851AA7-0637-43B7-85F9-29DFB5211A3E}"/>
          </ac:picMkLst>
        </pc:picChg>
        <pc:picChg chg="add mod">
          <ac:chgData name="Guest User" userId="S::urn:spo:tenantanon#14cbd5a7-ec94-46ba-b314-cc0fc972a161::" providerId="AD" clId="Web-{6AA5FF47-9BCC-944E-6FF8-E55AC7894AB6}" dt="2025-06-22T18:43:13.120" v="185" actId="1076"/>
          <ac:picMkLst>
            <pc:docMk/>
            <pc:sldMk cId="1843245491" sldId="340"/>
            <ac:picMk id="5" creationId="{CD3AF9E5-7415-9744-6DDC-7DD1CD5B3A76}"/>
          </ac:picMkLst>
        </pc:picChg>
        <pc:picChg chg="del">
          <ac:chgData name="Guest User" userId="S::urn:spo:tenantanon#14cbd5a7-ec94-46ba-b314-cc0fc972a161::" providerId="AD" clId="Web-{6AA5FF47-9BCC-944E-6FF8-E55AC7894AB6}" dt="2025-06-22T18:39:23.410" v="171"/>
          <ac:picMkLst>
            <pc:docMk/>
            <pc:sldMk cId="1843245491" sldId="340"/>
            <ac:picMk id="9" creationId="{C389155A-2C0D-9B7C-7B9A-3B49C3ED1B10}"/>
          </ac:picMkLst>
        </pc:picChg>
      </pc:sldChg>
      <pc:sldChg chg="add del replId">
        <pc:chgData name="Guest User" userId="S::urn:spo:tenantanon#14cbd5a7-ec94-46ba-b314-cc0fc972a161::" providerId="AD" clId="Web-{6AA5FF47-9BCC-944E-6FF8-E55AC7894AB6}" dt="2025-06-22T18:37:22.703" v="155"/>
        <pc:sldMkLst>
          <pc:docMk/>
          <pc:sldMk cId="2632848502" sldId="340"/>
        </pc:sldMkLst>
      </pc:sldChg>
    </pc:docChg>
  </pc:docChgLst>
  <pc:docChgLst>
    <pc:chgData name="Nataniel Geraldo Mendes Peixoto" userId="S::838949@sga.pucminas.br::b2da7392-f86c-4fd9-89f1-a7c997f79bfd" providerId="AD" clId="Web-{3586FC34-33C9-E7ED-FAA0-30295512EA30}"/>
    <pc:docChg chg="modSld">
      <pc:chgData name="Nataniel Geraldo Mendes Peixoto" userId="S::838949@sga.pucminas.br::b2da7392-f86c-4fd9-89f1-a7c997f79bfd" providerId="AD" clId="Web-{3586FC34-33C9-E7ED-FAA0-30295512EA30}" dt="2025-06-22T19:21:53.870" v="10" actId="20577"/>
      <pc:docMkLst>
        <pc:docMk/>
      </pc:docMkLst>
      <pc:sldChg chg="modSp">
        <pc:chgData name="Nataniel Geraldo Mendes Peixoto" userId="S::838949@sga.pucminas.br::b2da7392-f86c-4fd9-89f1-a7c997f79bfd" providerId="AD" clId="Web-{3586FC34-33C9-E7ED-FAA0-30295512EA30}" dt="2025-06-22T19:21:53.870" v="10" actId="20577"/>
        <pc:sldMkLst>
          <pc:docMk/>
          <pc:sldMk cId="2619317401" sldId="338"/>
        </pc:sldMkLst>
        <pc:spChg chg="mod">
          <ac:chgData name="Nataniel Geraldo Mendes Peixoto" userId="S::838949@sga.pucminas.br::b2da7392-f86c-4fd9-89f1-a7c997f79bfd" providerId="AD" clId="Web-{3586FC34-33C9-E7ED-FAA0-30295512EA30}" dt="2025-06-22T19:21:53.870" v="10" actId="20577"/>
          <ac:spMkLst>
            <pc:docMk/>
            <pc:sldMk cId="2619317401" sldId="338"/>
            <ac:spMk id="4" creationId="{4A3CE228-3C8F-8BD8-1307-3D11A10F33EE}"/>
          </ac:spMkLst>
        </pc:spChg>
      </pc:sldChg>
    </pc:docChg>
  </pc:docChgLst>
  <pc:docChgLst>
    <pc:chgData name="Mariana Eliza Alves Costa" userId="S::1078276@sga.pucminas.br::c138fc88-73c0-47e1-b788-3e194ec42aa1" providerId="AD" clId="Web-{B9A3899A-0776-8AB2-1253-6AEFC84393D7}"/>
    <pc:docChg chg="addSld modSld sldOrd">
      <pc:chgData name="Mariana Eliza Alves Costa" userId="S::1078276@sga.pucminas.br::c138fc88-73c0-47e1-b788-3e194ec42aa1" providerId="AD" clId="Web-{B9A3899A-0776-8AB2-1253-6AEFC84393D7}" dt="2025-04-29T13:47:56.239" v="73" actId="20577"/>
      <pc:docMkLst>
        <pc:docMk/>
      </pc:docMkLst>
      <pc:sldChg chg="ord">
        <pc:chgData name="Mariana Eliza Alves Costa" userId="S::1078276@sga.pucminas.br::c138fc88-73c0-47e1-b788-3e194ec42aa1" providerId="AD" clId="Web-{B9A3899A-0776-8AB2-1253-6AEFC84393D7}" dt="2025-04-29T13:44:59.071" v="28"/>
        <pc:sldMkLst>
          <pc:docMk/>
          <pc:sldMk cId="3894047674" sldId="268"/>
        </pc:sldMkLst>
      </pc:sldChg>
      <pc:sldChg chg="modSp">
        <pc:chgData name="Mariana Eliza Alves Costa" userId="S::1078276@sga.pucminas.br::c138fc88-73c0-47e1-b788-3e194ec42aa1" providerId="AD" clId="Web-{B9A3899A-0776-8AB2-1253-6AEFC84393D7}" dt="2025-04-29T13:42:27.593" v="27" actId="14100"/>
        <pc:sldMkLst>
          <pc:docMk/>
          <pc:sldMk cId="3082404486" sldId="287"/>
        </pc:sldMkLst>
        <pc:spChg chg="mod">
          <ac:chgData name="Mariana Eliza Alves Costa" userId="S::1078276@sga.pucminas.br::c138fc88-73c0-47e1-b788-3e194ec42aa1" providerId="AD" clId="Web-{B9A3899A-0776-8AB2-1253-6AEFC84393D7}" dt="2025-04-29T13:42:27.593" v="27" actId="14100"/>
          <ac:spMkLst>
            <pc:docMk/>
            <pc:sldMk cId="3082404486" sldId="287"/>
            <ac:spMk id="2" creationId="{AF4131DB-A9E0-B4E7-50FC-BCAD3C511804}"/>
          </ac:spMkLst>
        </pc:spChg>
      </pc:sldChg>
      <pc:sldChg chg="modSp new">
        <pc:chgData name="Mariana Eliza Alves Costa" userId="S::1078276@sga.pucminas.br::c138fc88-73c0-47e1-b788-3e194ec42aa1" providerId="AD" clId="Web-{B9A3899A-0776-8AB2-1253-6AEFC84393D7}" dt="2025-04-29T13:47:56.239" v="73" actId="20577"/>
        <pc:sldMkLst>
          <pc:docMk/>
          <pc:sldMk cId="3295992187" sldId="288"/>
        </pc:sldMkLst>
        <pc:spChg chg="mod">
          <ac:chgData name="Mariana Eliza Alves Costa" userId="S::1078276@sga.pucminas.br::c138fc88-73c0-47e1-b788-3e194ec42aa1" providerId="AD" clId="Web-{B9A3899A-0776-8AB2-1253-6AEFC84393D7}" dt="2025-04-29T13:47:56.239" v="73" actId="20577"/>
          <ac:spMkLst>
            <pc:docMk/>
            <pc:sldMk cId="3295992187" sldId="288"/>
            <ac:spMk id="3" creationId="{B9975760-FE3F-FF64-BAFA-EA356F1F1886}"/>
          </ac:spMkLst>
        </pc:spChg>
      </pc:sldChg>
    </pc:docChg>
  </pc:docChgLst>
  <pc:docChgLst>
    <pc:chgData name="Usuário Convidado" userId="S::urn:spo:tenantanon#14cbd5a7-ec94-46ba-b314-cc0fc972a161::" providerId="AD" clId="Web-{EE2C5CED-7CCA-7590-BA8E-5DBF42B55CF1}"/>
    <pc:docChg chg="addSld delSld modSld">
      <pc:chgData name="Usuário Convidado" userId="S::urn:spo:tenantanon#14cbd5a7-ec94-46ba-b314-cc0fc972a161::" providerId="AD" clId="Web-{EE2C5CED-7CCA-7590-BA8E-5DBF42B55CF1}" dt="2025-06-07T18:45:40.306" v="859" actId="20577"/>
      <pc:docMkLst>
        <pc:docMk/>
      </pc:docMkLst>
      <pc:sldChg chg="addSp delSp modSp">
        <pc:chgData name="Usuário Convidado" userId="S::urn:spo:tenantanon#14cbd5a7-ec94-46ba-b314-cc0fc972a161::" providerId="AD" clId="Web-{EE2C5CED-7CCA-7590-BA8E-5DBF42B55CF1}" dt="2025-06-07T18:06:20.610" v="325"/>
        <pc:sldMkLst>
          <pc:docMk/>
          <pc:sldMk cId="1208357050" sldId="305"/>
        </pc:sldMkLst>
        <pc:spChg chg="del">
          <ac:chgData name="Usuário Convidado" userId="S::urn:spo:tenantanon#14cbd5a7-ec94-46ba-b314-cc0fc972a161::" providerId="AD" clId="Web-{EE2C5CED-7CCA-7590-BA8E-5DBF42B55CF1}" dt="2025-06-07T17:58:06.781" v="24"/>
          <ac:spMkLst>
            <pc:docMk/>
            <pc:sldMk cId="1208357050" sldId="305"/>
            <ac:spMk id="7" creationId="{64BD2227-4298-495B-F6D3-CA83E1718734}"/>
          </ac:spMkLst>
        </pc:spChg>
        <pc:spChg chg="add mod">
          <ac:chgData name="Usuário Convidado" userId="S::urn:spo:tenantanon#14cbd5a7-ec94-46ba-b314-cc0fc972a161::" providerId="AD" clId="Web-{EE2C5CED-7CCA-7590-BA8E-5DBF42B55CF1}" dt="2025-06-07T18:05:13.856" v="292" actId="20577"/>
          <ac:spMkLst>
            <pc:docMk/>
            <pc:sldMk cId="1208357050" sldId="305"/>
            <ac:spMk id="13" creationId="{118F21CF-0D0E-8AE9-EBA6-0B6461A369D9}"/>
          </ac:spMkLst>
        </pc:spChg>
        <pc:grpChg chg="del">
          <ac:chgData name="Usuário Convidado" userId="S::urn:spo:tenantanon#14cbd5a7-ec94-46ba-b314-cc0fc972a161::" providerId="AD" clId="Web-{EE2C5CED-7CCA-7590-BA8E-5DBF42B55CF1}" dt="2025-06-07T17:58:06.781" v="22"/>
          <ac:grpSpMkLst>
            <pc:docMk/>
            <pc:sldMk cId="1208357050" sldId="305"/>
            <ac:grpSpMk id="31" creationId="{075576BE-F92A-D902-7783-695C145AAA6E}"/>
          </ac:grpSpMkLst>
        </pc:grpChg>
        <pc:grpChg chg="del">
          <ac:chgData name="Usuário Convidado" userId="S::urn:spo:tenantanon#14cbd5a7-ec94-46ba-b314-cc0fc972a161::" providerId="AD" clId="Web-{EE2C5CED-7CCA-7590-BA8E-5DBF42B55CF1}" dt="2025-06-07T17:58:06.781" v="23"/>
          <ac:grpSpMkLst>
            <pc:docMk/>
            <pc:sldMk cId="1208357050" sldId="305"/>
            <ac:grpSpMk id="32" creationId="{1CE5AECF-F4A4-6269-58C0-FC87E832C944}"/>
          </ac:grpSpMkLst>
        </pc:grpChg>
        <pc:graphicFrameChg chg="add mod modGraphic">
          <ac:chgData name="Usuário Convidado" userId="S::urn:spo:tenantanon#14cbd5a7-ec94-46ba-b314-cc0fc972a161::" providerId="AD" clId="Web-{EE2C5CED-7CCA-7590-BA8E-5DBF42B55CF1}" dt="2025-06-07T18:06:20.610" v="325"/>
          <ac:graphicFrameMkLst>
            <pc:docMk/>
            <pc:sldMk cId="1208357050" sldId="305"/>
            <ac:graphicFrameMk id="3" creationId="{170D1173-8856-552D-D8F1-25AF7879F7AB}"/>
          </ac:graphicFrameMkLst>
        </pc:graphicFrameChg>
        <pc:graphicFrameChg chg="add del mod">
          <ac:chgData name="Usuário Convidado" userId="S::urn:spo:tenantanon#14cbd5a7-ec94-46ba-b314-cc0fc972a161::" providerId="AD" clId="Web-{EE2C5CED-7CCA-7590-BA8E-5DBF42B55CF1}" dt="2025-06-07T18:03:18.341" v="164"/>
          <ac:graphicFrameMkLst>
            <pc:docMk/>
            <pc:sldMk cId="1208357050" sldId="305"/>
            <ac:graphicFrameMk id="5" creationId="{EA621BA5-D966-6F5C-54BF-E6F498BB4C46}"/>
          </ac:graphicFrameMkLst>
        </pc:graphicFrameChg>
        <pc:graphicFrameChg chg="add del mod">
          <ac:chgData name="Usuário Convidado" userId="S::urn:spo:tenantanon#14cbd5a7-ec94-46ba-b314-cc0fc972a161::" providerId="AD" clId="Web-{EE2C5CED-7CCA-7590-BA8E-5DBF42B55CF1}" dt="2025-06-07T18:03:18.232" v="163"/>
          <ac:graphicFrameMkLst>
            <pc:docMk/>
            <pc:sldMk cId="1208357050" sldId="305"/>
            <ac:graphicFrameMk id="9" creationId="{585F3706-C345-E6F1-3AB9-75BCDDEFAD69}"/>
          </ac:graphicFrameMkLst>
        </pc:graphicFrameChg>
        <pc:cxnChg chg="del">
          <ac:chgData name="Usuário Convidado" userId="S::urn:spo:tenantanon#14cbd5a7-ec94-46ba-b314-cc0fc972a161::" providerId="AD" clId="Web-{EE2C5CED-7CCA-7590-BA8E-5DBF42B55CF1}" dt="2025-06-07T17:58:06.781" v="21"/>
          <ac:cxnSpMkLst>
            <pc:docMk/>
            <pc:sldMk cId="1208357050" sldId="305"/>
            <ac:cxnSpMk id="41" creationId="{CE086629-4A26-5AB6-D931-56758B4CB4FB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20"/>
          <ac:cxnSpMkLst>
            <pc:docMk/>
            <pc:sldMk cId="1208357050" sldId="305"/>
            <ac:cxnSpMk id="42" creationId="{17F89007-7EF8-A1DF-E16D-C3C2F87F8F13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9"/>
          <ac:cxnSpMkLst>
            <pc:docMk/>
            <pc:sldMk cId="1208357050" sldId="305"/>
            <ac:cxnSpMk id="43" creationId="{184336D1-8DEF-3896-401D-E517DA839358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8"/>
          <ac:cxnSpMkLst>
            <pc:docMk/>
            <pc:sldMk cId="1208357050" sldId="305"/>
            <ac:cxnSpMk id="44" creationId="{1EA2584F-E298-A192-54D2-8C7FC99FE0A0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7"/>
          <ac:cxnSpMkLst>
            <pc:docMk/>
            <pc:sldMk cId="1208357050" sldId="305"/>
            <ac:cxnSpMk id="45" creationId="{15C83CBA-EC8D-8FDB-00CA-E1252491EE1D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6"/>
          <ac:cxnSpMkLst>
            <pc:docMk/>
            <pc:sldMk cId="1208357050" sldId="305"/>
            <ac:cxnSpMk id="46" creationId="{BF221D3D-703D-5896-B35F-9D3666720E2C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5"/>
          <ac:cxnSpMkLst>
            <pc:docMk/>
            <pc:sldMk cId="1208357050" sldId="305"/>
            <ac:cxnSpMk id="47" creationId="{F52CC60D-0CD8-1C34-34BE-73B8D590ACC9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4"/>
          <ac:cxnSpMkLst>
            <pc:docMk/>
            <pc:sldMk cId="1208357050" sldId="305"/>
            <ac:cxnSpMk id="48" creationId="{BB821C50-941B-B416-D93A-1C73EDF0850D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3"/>
          <ac:cxnSpMkLst>
            <pc:docMk/>
            <pc:sldMk cId="1208357050" sldId="305"/>
            <ac:cxnSpMk id="50" creationId="{157DDBD2-97A1-E3F5-C5AF-E81F20B4FDA7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2"/>
          <ac:cxnSpMkLst>
            <pc:docMk/>
            <pc:sldMk cId="1208357050" sldId="305"/>
            <ac:cxnSpMk id="51" creationId="{AEE5E532-E5A8-0594-8877-5A32F5922EAA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1"/>
          <ac:cxnSpMkLst>
            <pc:docMk/>
            <pc:sldMk cId="1208357050" sldId="305"/>
            <ac:cxnSpMk id="52" creationId="{F417A4F8-08EE-02CE-1AD5-7428612AA899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0"/>
          <ac:cxnSpMkLst>
            <pc:docMk/>
            <pc:sldMk cId="1208357050" sldId="305"/>
            <ac:cxnSpMk id="53" creationId="{77DFB1A8-6005-A159-36EC-34F4B9D3D97D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9"/>
          <ac:cxnSpMkLst>
            <pc:docMk/>
            <pc:sldMk cId="1208357050" sldId="305"/>
            <ac:cxnSpMk id="55" creationId="{CF569557-528F-8EF3-6466-A9EE9A1E3742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8"/>
          <ac:cxnSpMkLst>
            <pc:docMk/>
            <pc:sldMk cId="1208357050" sldId="305"/>
            <ac:cxnSpMk id="56" creationId="{99FBD070-643E-D055-7FA9-698EC57ED6A1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7"/>
          <ac:cxnSpMkLst>
            <pc:docMk/>
            <pc:sldMk cId="1208357050" sldId="305"/>
            <ac:cxnSpMk id="57" creationId="{78385121-8E30-DACD-3DCE-FD1F5ED634D3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6"/>
          <ac:cxnSpMkLst>
            <pc:docMk/>
            <pc:sldMk cId="1208357050" sldId="305"/>
            <ac:cxnSpMk id="58" creationId="{10107C35-CA42-8869-4842-1B6D1618B3BC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5"/>
          <ac:cxnSpMkLst>
            <pc:docMk/>
            <pc:sldMk cId="1208357050" sldId="305"/>
            <ac:cxnSpMk id="59" creationId="{B339FAF4-AA40-1432-CF5F-7780F382824D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4"/>
          <ac:cxnSpMkLst>
            <pc:docMk/>
            <pc:sldMk cId="1208357050" sldId="305"/>
            <ac:cxnSpMk id="60" creationId="{A23DE164-8970-56FF-D019-8E136E3A8D1E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3"/>
          <ac:cxnSpMkLst>
            <pc:docMk/>
            <pc:sldMk cId="1208357050" sldId="305"/>
            <ac:cxnSpMk id="61" creationId="{645B6AF8-4C03-4D19-5D4E-D9B3AA10B4B7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2"/>
          <ac:cxnSpMkLst>
            <pc:docMk/>
            <pc:sldMk cId="1208357050" sldId="305"/>
            <ac:cxnSpMk id="62" creationId="{CEDA0C62-B0BB-C1CA-A1FB-209D951BFB44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1"/>
          <ac:cxnSpMkLst>
            <pc:docMk/>
            <pc:sldMk cId="1208357050" sldId="305"/>
            <ac:cxnSpMk id="63" creationId="{F43B2386-D0C8-1919-54D9-9B6C88319715}"/>
          </ac:cxnSpMkLst>
        </pc:cxnChg>
        <pc:cxnChg chg="del">
          <ac:chgData name="Usuário Convidado" userId="S::urn:spo:tenantanon#14cbd5a7-ec94-46ba-b314-cc0fc972a161::" providerId="AD" clId="Web-{EE2C5CED-7CCA-7590-BA8E-5DBF42B55CF1}" dt="2025-06-07T17:58:06.766" v="0"/>
          <ac:cxnSpMkLst>
            <pc:docMk/>
            <pc:sldMk cId="1208357050" sldId="305"/>
            <ac:cxnSpMk id="64" creationId="{9B44E818-4BFF-EB30-F5F7-388FE77281A0}"/>
          </ac:cxnSpMkLst>
        </pc:cxnChg>
      </pc:sldChg>
      <pc:sldChg chg="addSp delSp modSp add replId">
        <pc:chgData name="Usuário Convidado" userId="S::urn:spo:tenantanon#14cbd5a7-ec94-46ba-b314-cc0fc972a161::" providerId="AD" clId="Web-{EE2C5CED-7CCA-7590-BA8E-5DBF42B55CF1}" dt="2025-06-07T18:28:44.855" v="627" actId="20577"/>
        <pc:sldMkLst>
          <pc:docMk/>
          <pc:sldMk cId="2937231913" sldId="327"/>
        </pc:sldMkLst>
        <pc:spChg chg="add mod">
          <ac:chgData name="Usuário Convidado" userId="S::urn:spo:tenantanon#14cbd5a7-ec94-46ba-b314-cc0fc972a161::" providerId="AD" clId="Web-{EE2C5CED-7CCA-7590-BA8E-5DBF42B55CF1}" dt="2025-06-07T18:28:44.855" v="627" actId="20577"/>
          <ac:spMkLst>
            <pc:docMk/>
            <pc:sldMk cId="2937231913" sldId="327"/>
            <ac:spMk id="4" creationId="{CD423DCB-2131-CE31-B47E-22EF86C508BC}"/>
          </ac:spMkLst>
        </pc:spChg>
        <pc:spChg chg="mod">
          <ac:chgData name="Usuário Convidado" userId="S::urn:spo:tenantanon#14cbd5a7-ec94-46ba-b314-cc0fc972a161::" providerId="AD" clId="Web-{EE2C5CED-7CCA-7590-BA8E-5DBF42B55CF1}" dt="2025-06-07T18:09:50.749" v="342" actId="20577"/>
          <ac:spMkLst>
            <pc:docMk/>
            <pc:sldMk cId="2937231913" sldId="327"/>
            <ac:spMk id="13" creationId="{EE30FBCF-3ABF-C55A-D3C9-DBD41A4B9EA7}"/>
          </ac:spMkLst>
        </pc:spChg>
        <pc:graphicFrameChg chg="del">
          <ac:chgData name="Usuário Convidado" userId="S::urn:spo:tenantanon#14cbd5a7-ec94-46ba-b314-cc0fc972a161::" providerId="AD" clId="Web-{EE2C5CED-7CCA-7590-BA8E-5DBF42B55CF1}" dt="2025-06-07T18:08:02.867" v="330"/>
          <ac:graphicFrameMkLst>
            <pc:docMk/>
            <pc:sldMk cId="2937231913" sldId="327"/>
            <ac:graphicFrameMk id="3" creationId="{586A38F9-07FB-DFDA-C0FE-13A7C0D45F9B}"/>
          </ac:graphicFrameMkLst>
        </pc:graphicFrameChg>
      </pc:sldChg>
      <pc:sldChg chg="modSp add del replId">
        <pc:chgData name="Usuário Convidado" userId="S::urn:spo:tenantanon#14cbd5a7-ec94-46ba-b314-cc0fc972a161::" providerId="AD" clId="Web-{EE2C5CED-7CCA-7590-BA8E-5DBF42B55CF1}" dt="2025-06-07T18:29:13.701" v="629"/>
        <pc:sldMkLst>
          <pc:docMk/>
          <pc:sldMk cId="4183279057" sldId="328"/>
        </pc:sldMkLst>
        <pc:spChg chg="mod">
          <ac:chgData name="Usuário Convidado" userId="S::urn:spo:tenantanon#14cbd5a7-ec94-46ba-b314-cc0fc972a161::" providerId="AD" clId="Web-{EE2C5CED-7CCA-7590-BA8E-5DBF42B55CF1}" dt="2025-06-07T18:18:15.643" v="557" actId="20577"/>
          <ac:spMkLst>
            <pc:docMk/>
            <pc:sldMk cId="4183279057" sldId="328"/>
            <ac:spMk id="4" creationId="{AFFF7E33-75B6-9B19-8CA8-E2CB30039525}"/>
          </ac:spMkLst>
        </pc:spChg>
        <pc:spChg chg="mod">
          <ac:chgData name="Usuário Convidado" userId="S::urn:spo:tenantanon#14cbd5a7-ec94-46ba-b314-cc0fc972a161::" providerId="AD" clId="Web-{EE2C5CED-7CCA-7590-BA8E-5DBF42B55CF1}" dt="2025-06-07T18:15:16.147" v="466" actId="20577"/>
          <ac:spMkLst>
            <pc:docMk/>
            <pc:sldMk cId="4183279057" sldId="328"/>
            <ac:spMk id="13" creationId="{44C9163D-4787-83AF-196F-74D1ABBA5DCC}"/>
          </ac:spMkLst>
        </pc:spChg>
      </pc:sldChg>
      <pc:sldChg chg="modSp add replId">
        <pc:chgData name="Usuário Convidado" userId="S::urn:spo:tenantanon#14cbd5a7-ec94-46ba-b314-cc0fc972a161::" providerId="AD" clId="Web-{EE2C5CED-7CCA-7590-BA8E-5DBF42B55CF1}" dt="2025-06-07T18:42:48.585" v="818" actId="20577"/>
        <pc:sldMkLst>
          <pc:docMk/>
          <pc:sldMk cId="4001907078" sldId="329"/>
        </pc:sldMkLst>
        <pc:spChg chg="mod">
          <ac:chgData name="Usuário Convidado" userId="S::urn:spo:tenantanon#14cbd5a7-ec94-46ba-b314-cc0fc972a161::" providerId="AD" clId="Web-{EE2C5CED-7CCA-7590-BA8E-5DBF42B55CF1}" dt="2025-06-07T18:42:48.585" v="818" actId="20577"/>
          <ac:spMkLst>
            <pc:docMk/>
            <pc:sldMk cId="4001907078" sldId="329"/>
            <ac:spMk id="4" creationId="{20058967-2172-3B54-79E6-9550E12534C1}"/>
          </ac:spMkLst>
        </pc:spChg>
        <pc:spChg chg="mod">
          <ac:chgData name="Usuário Convidado" userId="S::urn:spo:tenantanon#14cbd5a7-ec94-46ba-b314-cc0fc972a161::" providerId="AD" clId="Web-{EE2C5CED-7CCA-7590-BA8E-5DBF42B55CF1}" dt="2025-06-07T18:29:09.998" v="628" actId="20577"/>
          <ac:spMkLst>
            <pc:docMk/>
            <pc:sldMk cId="4001907078" sldId="329"/>
            <ac:spMk id="13" creationId="{F15D1846-3634-EE8E-913E-BAB365767BD1}"/>
          </ac:spMkLst>
        </pc:spChg>
      </pc:sldChg>
      <pc:sldChg chg="modSp add replId">
        <pc:chgData name="Usuário Convidado" userId="S::urn:spo:tenantanon#14cbd5a7-ec94-46ba-b314-cc0fc972a161::" providerId="AD" clId="Web-{EE2C5CED-7CCA-7590-BA8E-5DBF42B55CF1}" dt="2025-06-07T18:45:40.306" v="859" actId="20577"/>
        <pc:sldMkLst>
          <pc:docMk/>
          <pc:sldMk cId="795654815" sldId="330"/>
        </pc:sldMkLst>
        <pc:spChg chg="mod">
          <ac:chgData name="Usuário Convidado" userId="S::urn:spo:tenantanon#14cbd5a7-ec94-46ba-b314-cc0fc972a161::" providerId="AD" clId="Web-{EE2C5CED-7CCA-7590-BA8E-5DBF42B55CF1}" dt="2025-06-07T18:45:40.306" v="859" actId="20577"/>
          <ac:spMkLst>
            <pc:docMk/>
            <pc:sldMk cId="795654815" sldId="330"/>
            <ac:spMk id="4" creationId="{E62B4C29-2D5A-5D8F-459E-07F72D6FD73C}"/>
          </ac:spMkLst>
        </pc:spChg>
        <pc:spChg chg="mod">
          <ac:chgData name="Usuário Convidado" userId="S::urn:spo:tenantanon#14cbd5a7-ec94-46ba-b314-cc0fc972a161::" providerId="AD" clId="Web-{EE2C5CED-7CCA-7590-BA8E-5DBF42B55CF1}" dt="2025-06-07T18:36:14.994" v="743" actId="20577"/>
          <ac:spMkLst>
            <pc:docMk/>
            <pc:sldMk cId="795654815" sldId="330"/>
            <ac:spMk id="13" creationId="{7E58B82F-685D-25F2-E40D-4C47DDB50179}"/>
          </ac:spMkLst>
        </pc:spChg>
      </pc:sldChg>
    </pc:docChg>
  </pc:docChgLst>
  <pc:docChgLst>
    <pc:chgData name="Guest User" userId="S::urn:spo:anon#d6a9dab7fcfb87faf9df617c24a4dc5fe6db50087be4ceedc2bd22098cac235f::" providerId="AD" clId="Web-{A5FE2EBF-AF33-DEA2-6DE1-781709D54F9B}"/>
    <pc:docChg chg="sldOrd">
      <pc:chgData name="Guest User" userId="S::urn:spo:anon#d6a9dab7fcfb87faf9df617c24a4dc5fe6db50087be4ceedc2bd22098cac235f::" providerId="AD" clId="Web-{A5FE2EBF-AF33-DEA2-6DE1-781709D54F9B}" dt="2025-04-28T22:53:57.918" v="0"/>
      <pc:docMkLst>
        <pc:docMk/>
      </pc:docMkLst>
      <pc:sldChg chg="ord">
        <pc:chgData name="Guest User" userId="S::urn:spo:anon#d6a9dab7fcfb87faf9df617c24a4dc5fe6db50087be4ceedc2bd22098cac235f::" providerId="AD" clId="Web-{A5FE2EBF-AF33-DEA2-6DE1-781709D54F9B}" dt="2025-04-28T22:53:57.918" v="0"/>
        <pc:sldMkLst>
          <pc:docMk/>
          <pc:sldMk cId="2584666939" sldId="267"/>
        </pc:sldMkLst>
      </pc:sldChg>
    </pc:docChg>
  </pc:docChgLst>
  <pc:docChgLst>
    <pc:chgData name="Mariana Eliza Alves Costa" userId="S::1078276@sga.pucminas.br::c138fc88-73c0-47e1-b788-3e194ec42aa1" providerId="AD" clId="Web-{05CAC6EC-2323-112F-D53C-58E7F3A34179}"/>
    <pc:docChg chg="modSld">
      <pc:chgData name="Mariana Eliza Alves Costa" userId="S::1078276@sga.pucminas.br::c138fc88-73c0-47e1-b788-3e194ec42aa1" providerId="AD" clId="Web-{05CAC6EC-2323-112F-D53C-58E7F3A34179}" dt="2025-05-05T22:40:34.815" v="2" actId="20577"/>
      <pc:docMkLst>
        <pc:docMk/>
      </pc:docMkLst>
      <pc:sldChg chg="modSp">
        <pc:chgData name="Mariana Eliza Alves Costa" userId="S::1078276@sga.pucminas.br::c138fc88-73c0-47e1-b788-3e194ec42aa1" providerId="AD" clId="Web-{05CAC6EC-2323-112F-D53C-58E7F3A34179}" dt="2025-05-05T22:40:34.815" v="2" actId="20577"/>
        <pc:sldMkLst>
          <pc:docMk/>
          <pc:sldMk cId="1454747177" sldId="261"/>
        </pc:sldMkLst>
        <pc:spChg chg="mod">
          <ac:chgData name="Mariana Eliza Alves Costa" userId="S::1078276@sga.pucminas.br::c138fc88-73c0-47e1-b788-3e194ec42aa1" providerId="AD" clId="Web-{05CAC6EC-2323-112F-D53C-58E7F3A34179}" dt="2025-05-05T22:40:34.815" v="2" actId="20577"/>
          <ac:spMkLst>
            <pc:docMk/>
            <pc:sldMk cId="1454747177" sldId="261"/>
            <ac:spMk id="2" creationId="{3724FFC0-D358-4D21-C07B-7CC4330B09F5}"/>
          </ac:spMkLst>
        </pc:spChg>
      </pc:sldChg>
    </pc:docChg>
  </pc:docChgLst>
  <pc:docChgLst>
    <pc:chgData name="Mariana Eliza Alves Costa" userId="S::1078276@sga.pucminas.br::c138fc88-73c0-47e1-b788-3e194ec42aa1" providerId="AD" clId="Web-{003630CF-1C25-3634-A4B8-C9D1E2B9DA98}"/>
    <pc:docChg chg="modSld">
      <pc:chgData name="Mariana Eliza Alves Costa" userId="S::1078276@sga.pucminas.br::c138fc88-73c0-47e1-b788-3e194ec42aa1" providerId="AD" clId="Web-{003630CF-1C25-3634-A4B8-C9D1E2B9DA98}" dt="2025-05-04T23:17:46.251" v="13" actId="14100"/>
      <pc:docMkLst>
        <pc:docMk/>
      </pc:docMkLst>
      <pc:sldChg chg="addSp delSp modSp">
        <pc:chgData name="Mariana Eliza Alves Costa" userId="S::1078276@sga.pucminas.br::c138fc88-73c0-47e1-b788-3e194ec42aa1" providerId="AD" clId="Web-{003630CF-1C25-3634-A4B8-C9D1E2B9DA98}" dt="2025-05-04T23:17:46.251" v="13" actId="14100"/>
        <pc:sldMkLst>
          <pc:docMk/>
          <pc:sldMk cId="1454747177" sldId="261"/>
        </pc:sldMkLst>
        <pc:spChg chg="mod">
          <ac:chgData name="Mariana Eliza Alves Costa" userId="S::1078276@sga.pucminas.br::c138fc88-73c0-47e1-b788-3e194ec42aa1" providerId="AD" clId="Web-{003630CF-1C25-3634-A4B8-C9D1E2B9DA98}" dt="2025-05-04T23:17:38.298" v="9" actId="20577"/>
          <ac:spMkLst>
            <pc:docMk/>
            <pc:sldMk cId="1454747177" sldId="261"/>
            <ac:spMk id="2" creationId="{3724FFC0-D358-4D21-C07B-7CC4330B09F5}"/>
          </ac:spMkLst>
        </pc:spChg>
        <pc:spChg chg="add del mod">
          <ac:chgData name="Mariana Eliza Alves Costa" userId="S::1078276@sga.pucminas.br::c138fc88-73c0-47e1-b788-3e194ec42aa1" providerId="AD" clId="Web-{003630CF-1C25-3634-A4B8-C9D1E2B9DA98}" dt="2025-05-04T23:15:11.731" v="1"/>
          <ac:spMkLst>
            <pc:docMk/>
            <pc:sldMk cId="1454747177" sldId="261"/>
            <ac:spMk id="15" creationId="{8AF709E2-7893-30F2-4BAA-41F008FA5912}"/>
          </ac:spMkLst>
        </pc:spChg>
        <pc:spChg chg="add mod">
          <ac:chgData name="Mariana Eliza Alves Costa" userId="S::1078276@sga.pucminas.br::c138fc88-73c0-47e1-b788-3e194ec42aa1" providerId="AD" clId="Web-{003630CF-1C25-3634-A4B8-C9D1E2B9DA98}" dt="2025-05-04T23:17:46.251" v="13" actId="14100"/>
          <ac:spMkLst>
            <pc:docMk/>
            <pc:sldMk cId="1454747177" sldId="261"/>
            <ac:spMk id="16" creationId="{5B75374D-41B8-5959-7685-6598CB7C5D89}"/>
          </ac:spMkLst>
        </pc:spChg>
        <pc:graphicFrameChg chg="del">
          <ac:chgData name="Mariana Eliza Alves Costa" userId="S::1078276@sga.pucminas.br::c138fc88-73c0-47e1-b788-3e194ec42aa1" providerId="AD" clId="Web-{003630CF-1C25-3634-A4B8-C9D1E2B9DA98}" dt="2025-05-04T23:07:47.528" v="0"/>
          <ac:graphicFrameMkLst>
            <pc:docMk/>
            <pc:sldMk cId="1454747177" sldId="261"/>
            <ac:graphicFrameMk id="5" creationId="{8145C081-A533-9C05-1629-DF41EEEE3304}"/>
          </ac:graphicFrameMkLst>
        </pc:graphicFrameChg>
      </pc:sldChg>
    </pc:docChg>
  </pc:docChgLst>
  <pc:docChgLst>
    <pc:chgData name="Usuário Convidado" userId="S::urn:spo:tenantanon#14cbd5a7-ec94-46ba-b314-cc0fc972a161::" providerId="AD" clId="Web-{C7FB5467-CFC5-C519-8BC6-2CCECE5C5418}"/>
    <pc:docChg chg="addSld delSld sldOrd">
      <pc:chgData name="Usuário Convidado" userId="S::urn:spo:tenantanon#14cbd5a7-ec94-46ba-b314-cc0fc972a161::" providerId="AD" clId="Web-{C7FB5467-CFC5-C519-8BC6-2CCECE5C5418}" dt="2025-06-09T21:55:21.405" v="11"/>
      <pc:docMkLst>
        <pc:docMk/>
      </pc:docMkLst>
      <pc:sldChg chg="ord">
        <pc:chgData name="Usuário Convidado" userId="S::urn:spo:tenantanon#14cbd5a7-ec94-46ba-b314-cc0fc972a161::" providerId="AD" clId="Web-{C7FB5467-CFC5-C519-8BC6-2CCECE5C5418}" dt="2025-06-09T21:53:56.024" v="0"/>
        <pc:sldMkLst>
          <pc:docMk/>
          <pc:sldMk cId="1208357050" sldId="305"/>
        </pc:sldMkLst>
      </pc:sldChg>
      <pc:sldChg chg="add del">
        <pc:chgData name="Usuário Convidado" userId="S::urn:spo:tenantanon#14cbd5a7-ec94-46ba-b314-cc0fc972a161::" providerId="AD" clId="Web-{C7FB5467-CFC5-C519-8BC6-2CCECE5C5418}" dt="2025-06-09T21:54:36.527" v="5"/>
        <pc:sldMkLst>
          <pc:docMk/>
          <pc:sldMk cId="795654815" sldId="330"/>
        </pc:sldMkLst>
      </pc:sldChg>
      <pc:sldChg chg="add del ord replId">
        <pc:chgData name="Usuário Convidado" userId="S::urn:spo:tenantanon#14cbd5a7-ec94-46ba-b314-cc0fc972a161::" providerId="AD" clId="Web-{C7FB5467-CFC5-C519-8BC6-2CCECE5C5418}" dt="2025-06-09T21:54:41.558" v="7"/>
        <pc:sldMkLst>
          <pc:docMk/>
          <pc:sldMk cId="1495374460" sldId="331"/>
        </pc:sldMkLst>
      </pc:sldChg>
      <pc:sldChg chg="add ord">
        <pc:chgData name="Usuário Convidado" userId="S::urn:spo:tenantanon#14cbd5a7-ec94-46ba-b314-cc0fc972a161::" providerId="AD" clId="Web-{C7FB5467-CFC5-C519-8BC6-2CCECE5C5418}" dt="2025-06-09T21:54:57.325" v="9"/>
        <pc:sldMkLst>
          <pc:docMk/>
          <pc:sldMk cId="1806241483" sldId="331"/>
        </pc:sldMkLst>
      </pc:sldChg>
      <pc:sldChg chg="add del">
        <pc:chgData name="Usuário Convidado" userId="S::urn:spo:tenantanon#14cbd5a7-ec94-46ba-b314-cc0fc972a161::" providerId="AD" clId="Web-{C7FB5467-CFC5-C519-8BC6-2CCECE5C5418}" dt="2025-06-09T21:54:36.652" v="6"/>
        <pc:sldMkLst>
          <pc:docMk/>
          <pc:sldMk cId="1806241483" sldId="332"/>
        </pc:sldMkLst>
      </pc:sldChg>
      <pc:sldChg chg="add">
        <pc:chgData name="Usuário Convidado" userId="S::urn:spo:tenantanon#14cbd5a7-ec94-46ba-b314-cc0fc972a161::" providerId="AD" clId="Web-{C7FB5467-CFC5-C519-8BC6-2CCECE5C5418}" dt="2025-06-09T21:55:13.311" v="10"/>
        <pc:sldMkLst>
          <pc:docMk/>
          <pc:sldMk cId="3650573770" sldId="332"/>
        </pc:sldMkLst>
      </pc:sldChg>
      <pc:sldChg chg="add">
        <pc:chgData name="Usuário Convidado" userId="S::urn:spo:tenantanon#14cbd5a7-ec94-46ba-b314-cc0fc972a161::" providerId="AD" clId="Web-{C7FB5467-CFC5-C519-8BC6-2CCECE5C5418}" dt="2025-06-09T21:55:21.405" v="11"/>
        <pc:sldMkLst>
          <pc:docMk/>
          <pc:sldMk cId="1075425375" sldId="333"/>
        </pc:sldMkLst>
      </pc:sldChg>
      <pc:sldMasterChg chg="addSldLayout delSldLayout">
        <pc:chgData name="Usuário Convidado" userId="S::urn:spo:tenantanon#14cbd5a7-ec94-46ba-b314-cc0fc972a161::" providerId="AD" clId="Web-{C7FB5467-CFC5-C519-8BC6-2CCECE5C5418}" dt="2025-06-09T21:54:51.465" v="8"/>
        <pc:sldMasterMkLst>
          <pc:docMk/>
          <pc:sldMasterMk cId="2705060560" sldId="2147483890"/>
        </pc:sldMasterMkLst>
        <pc:sldLayoutChg chg="add replId">
          <pc:chgData name="Usuário Convidado" userId="S::urn:spo:tenantanon#14cbd5a7-ec94-46ba-b314-cc0fc972a161::" providerId="AD" clId="Web-{C7FB5467-CFC5-C519-8BC6-2CCECE5C5418}" dt="2025-06-09T21:54:51.465" v="8"/>
          <pc:sldLayoutMkLst>
            <pc:docMk/>
            <pc:sldMasterMk cId="2705060560" sldId="2147483890"/>
            <pc:sldLayoutMk cId="114225610" sldId="2147483891"/>
          </pc:sldLayoutMkLst>
        </pc:sldLayoutChg>
        <pc:sldLayoutChg chg="add del replId">
          <pc:chgData name="Usuário Convidado" userId="S::urn:spo:tenantanon#14cbd5a7-ec94-46ba-b314-cc0fc972a161::" providerId="AD" clId="Web-{C7FB5467-CFC5-C519-8BC6-2CCECE5C5418}" dt="2025-06-09T21:54:36.652" v="6"/>
          <pc:sldLayoutMkLst>
            <pc:docMk/>
            <pc:sldMasterMk cId="2705060560" sldId="2147483890"/>
            <pc:sldLayoutMk cId="1108802818" sldId="2147483891"/>
          </pc:sldLayoutMkLst>
        </pc:sldLayoutChg>
      </pc:sldMasterChg>
    </pc:docChg>
  </pc:docChgLst>
  <pc:docChgLst>
    <pc:chgData name="Usuário Convidado" userId="S::urn:spo:tenantanon#14cbd5a7-ec94-46ba-b314-cc0fc972a161::" providerId="AD" clId="Web-{9D373517-8E8E-C3F3-C29C-421D7757FDDC}"/>
    <pc:docChg chg="delSld modSld">
      <pc:chgData name="Usuário Convidado" userId="S::urn:spo:tenantanon#14cbd5a7-ec94-46ba-b314-cc0fc972a161::" providerId="AD" clId="Web-{9D373517-8E8E-C3F3-C29C-421D7757FDDC}" dt="2025-05-05T01:42:10.870" v="70" actId="20577"/>
      <pc:docMkLst>
        <pc:docMk/>
      </pc:docMkLst>
      <pc:sldChg chg="modSp">
        <pc:chgData name="Usuário Convidado" userId="S::urn:spo:tenantanon#14cbd5a7-ec94-46ba-b314-cc0fc972a161::" providerId="AD" clId="Web-{9D373517-8E8E-C3F3-C29C-421D7757FDDC}" dt="2025-05-05T01:32:50.513" v="20" actId="20577"/>
        <pc:sldMkLst>
          <pc:docMk/>
          <pc:sldMk cId="1454747177" sldId="261"/>
        </pc:sldMkLst>
        <pc:spChg chg="mod">
          <ac:chgData name="Usuário Convidado" userId="S::urn:spo:tenantanon#14cbd5a7-ec94-46ba-b314-cc0fc972a161::" providerId="AD" clId="Web-{9D373517-8E8E-C3F3-C29C-421D7757FDDC}" dt="2025-05-05T01:32:50.513" v="20" actId="20577"/>
          <ac:spMkLst>
            <pc:docMk/>
            <pc:sldMk cId="1454747177" sldId="261"/>
            <ac:spMk id="2" creationId="{3724FFC0-D358-4D21-C07B-7CC4330B09F5}"/>
          </ac:spMkLst>
        </pc:spChg>
      </pc:sldChg>
      <pc:sldChg chg="modSp">
        <pc:chgData name="Usuário Convidado" userId="S::urn:spo:tenantanon#14cbd5a7-ec94-46ba-b314-cc0fc972a161::" providerId="AD" clId="Web-{9D373517-8E8E-C3F3-C29C-421D7757FDDC}" dt="2025-05-05T01:11:07.143" v="13" actId="20577"/>
        <pc:sldMkLst>
          <pc:docMk/>
          <pc:sldMk cId="487046690" sldId="263"/>
        </pc:sldMkLst>
        <pc:spChg chg="mod">
          <ac:chgData name="Usuário Convidado" userId="S::urn:spo:tenantanon#14cbd5a7-ec94-46ba-b314-cc0fc972a161::" providerId="AD" clId="Web-{9D373517-8E8E-C3F3-C29C-421D7757FDDC}" dt="2025-05-05T01:11:07.143" v="13" actId="20577"/>
          <ac:spMkLst>
            <pc:docMk/>
            <pc:sldMk cId="487046690" sldId="263"/>
            <ac:spMk id="25" creationId="{E416EA99-6B3A-9246-F553-7A77CD476975}"/>
          </ac:spMkLst>
        </pc:spChg>
      </pc:sldChg>
      <pc:sldChg chg="modSp">
        <pc:chgData name="Usuário Convidado" userId="S::urn:spo:tenantanon#14cbd5a7-ec94-46ba-b314-cc0fc972a161::" providerId="AD" clId="Web-{9D373517-8E8E-C3F3-C29C-421D7757FDDC}" dt="2025-05-05T01:35:02.726" v="31" actId="20577"/>
        <pc:sldMkLst>
          <pc:docMk/>
          <pc:sldMk cId="1597173864" sldId="281"/>
        </pc:sldMkLst>
        <pc:spChg chg="mod">
          <ac:chgData name="Usuário Convidado" userId="S::urn:spo:tenantanon#14cbd5a7-ec94-46ba-b314-cc0fc972a161::" providerId="AD" clId="Web-{9D373517-8E8E-C3F3-C29C-421D7757FDDC}" dt="2025-05-05T01:35:02.726" v="31" actId="20577"/>
          <ac:spMkLst>
            <pc:docMk/>
            <pc:sldMk cId="1597173864" sldId="281"/>
            <ac:spMk id="3" creationId="{98490083-E207-3DA4-4FF3-6F49339D530F}"/>
          </ac:spMkLst>
        </pc:spChg>
        <pc:spChg chg="mod">
          <ac:chgData name="Usuário Convidado" userId="S::urn:spo:tenantanon#14cbd5a7-ec94-46ba-b314-cc0fc972a161::" providerId="AD" clId="Web-{9D373517-8E8E-C3F3-C29C-421D7757FDDC}" dt="2025-05-05T01:34:39.271" v="26" actId="20577"/>
          <ac:spMkLst>
            <pc:docMk/>
            <pc:sldMk cId="1597173864" sldId="281"/>
            <ac:spMk id="5" creationId="{8B760CA2-6333-6444-3B03-794BDE49FFE9}"/>
          </ac:spMkLst>
        </pc:spChg>
      </pc:sldChg>
      <pc:sldChg chg="modSp">
        <pc:chgData name="Usuário Convidado" userId="S::urn:spo:tenantanon#14cbd5a7-ec94-46ba-b314-cc0fc972a161::" providerId="AD" clId="Web-{9D373517-8E8E-C3F3-C29C-421D7757FDDC}" dt="2025-05-05T01:10:11.436" v="4" actId="20577"/>
        <pc:sldMkLst>
          <pc:docMk/>
          <pc:sldMk cId="1840433688" sldId="292"/>
        </pc:sldMkLst>
        <pc:spChg chg="mod">
          <ac:chgData name="Usuário Convidado" userId="S::urn:spo:tenantanon#14cbd5a7-ec94-46ba-b314-cc0fc972a161::" providerId="AD" clId="Web-{9D373517-8E8E-C3F3-C29C-421D7757FDDC}" dt="2025-05-05T01:10:11.436" v="4" actId="20577"/>
          <ac:spMkLst>
            <pc:docMk/>
            <pc:sldMk cId="1840433688" sldId="292"/>
            <ac:spMk id="4" creationId="{1733F9FB-B30D-6536-0A43-BBFD67118BD1}"/>
          </ac:spMkLst>
        </pc:spChg>
      </pc:sldChg>
      <pc:sldChg chg="modSp">
        <pc:chgData name="Usuário Convidado" userId="S::urn:spo:tenantanon#14cbd5a7-ec94-46ba-b314-cc0fc972a161::" providerId="AD" clId="Web-{9D373517-8E8E-C3F3-C29C-421D7757FDDC}" dt="2025-05-05T01:42:10.870" v="70" actId="20577"/>
        <pc:sldMkLst>
          <pc:docMk/>
          <pc:sldMk cId="164839551" sldId="294"/>
        </pc:sldMkLst>
        <pc:spChg chg="mod">
          <ac:chgData name="Usuário Convidado" userId="S::urn:spo:tenantanon#14cbd5a7-ec94-46ba-b314-cc0fc972a161::" providerId="AD" clId="Web-{9D373517-8E8E-C3F3-C29C-421D7757FDDC}" dt="2025-05-05T01:42:10.870" v="70" actId="20577"/>
          <ac:spMkLst>
            <pc:docMk/>
            <pc:sldMk cId="164839551" sldId="294"/>
            <ac:spMk id="3" creationId="{251C1675-79B8-D201-71A0-3823750FB58A}"/>
          </ac:spMkLst>
        </pc:spChg>
      </pc:sldChg>
      <pc:sldChg chg="modSp">
        <pc:chgData name="Usuário Convidado" userId="S::urn:spo:tenantanon#14cbd5a7-ec94-46ba-b314-cc0fc972a161::" providerId="AD" clId="Web-{9D373517-8E8E-C3F3-C29C-421D7757FDDC}" dt="2025-05-05T01:41:34.102" v="50" actId="20577"/>
        <pc:sldMkLst>
          <pc:docMk/>
          <pc:sldMk cId="3584308425" sldId="307"/>
        </pc:sldMkLst>
        <pc:graphicFrameChg chg="modGraphic">
          <ac:chgData name="Usuário Convidado" userId="S::urn:spo:tenantanon#14cbd5a7-ec94-46ba-b314-cc0fc972a161::" providerId="AD" clId="Web-{9D373517-8E8E-C3F3-C29C-421D7757FDDC}" dt="2025-05-05T01:41:34.102" v="50" actId="20577"/>
          <ac:graphicFrameMkLst>
            <pc:docMk/>
            <pc:sldMk cId="3584308425" sldId="307"/>
            <ac:graphicFrameMk id="6" creationId="{CF96357E-4195-98C1-5874-EC14321BF0BC}"/>
          </ac:graphicFrameMkLst>
        </pc:graphicFrameChg>
      </pc:sldChg>
      <pc:sldChg chg="modSp">
        <pc:chgData name="Usuário Convidado" userId="S::urn:spo:tenantanon#14cbd5a7-ec94-46ba-b314-cc0fc972a161::" providerId="AD" clId="Web-{9D373517-8E8E-C3F3-C29C-421D7757FDDC}" dt="2025-05-05T01:31:51.415" v="19" actId="20577"/>
        <pc:sldMkLst>
          <pc:docMk/>
          <pc:sldMk cId="2903880357" sldId="311"/>
        </pc:sldMkLst>
        <pc:spChg chg="mod">
          <ac:chgData name="Usuário Convidado" userId="S::urn:spo:tenantanon#14cbd5a7-ec94-46ba-b314-cc0fc972a161::" providerId="AD" clId="Web-{9D373517-8E8E-C3F3-C29C-421D7757FDDC}" dt="2025-05-05T01:31:51.415" v="19" actId="20577"/>
          <ac:spMkLst>
            <pc:docMk/>
            <pc:sldMk cId="2903880357" sldId="311"/>
            <ac:spMk id="2" creationId="{6D521972-2465-44C0-034F-C7C2A75E43A3}"/>
          </ac:spMkLst>
        </pc:spChg>
      </pc:sldChg>
      <pc:sldChg chg="modSp">
        <pc:chgData name="Usuário Convidado" userId="S::urn:spo:tenantanon#14cbd5a7-ec94-46ba-b314-cc0fc972a161::" providerId="AD" clId="Web-{9D373517-8E8E-C3F3-C29C-421D7757FDDC}" dt="2025-05-05T01:33:12.359" v="25" actId="20577"/>
        <pc:sldMkLst>
          <pc:docMk/>
          <pc:sldMk cId="1156197512" sldId="312"/>
        </pc:sldMkLst>
        <pc:graphicFrameChg chg="modGraphic">
          <ac:chgData name="Usuário Convidado" userId="S::urn:spo:tenantanon#14cbd5a7-ec94-46ba-b314-cc0fc972a161::" providerId="AD" clId="Web-{9D373517-8E8E-C3F3-C29C-421D7757FDDC}" dt="2025-05-05T01:33:12.359" v="25" actId="20577"/>
          <ac:graphicFrameMkLst>
            <pc:docMk/>
            <pc:sldMk cId="1156197512" sldId="312"/>
            <ac:graphicFrameMk id="5" creationId="{BE982FD6-7088-BAB1-AB9F-104BB86EF405}"/>
          </ac:graphicFrameMkLst>
        </pc:graphicFrameChg>
      </pc:sldChg>
      <pc:sldChg chg="del">
        <pc:chgData name="Usuário Convidado" userId="S::urn:spo:tenantanon#14cbd5a7-ec94-46ba-b314-cc0fc972a161::" providerId="AD" clId="Web-{9D373517-8E8E-C3F3-C29C-421D7757FDDC}" dt="2025-05-05T01:08:26.835" v="0"/>
        <pc:sldMkLst>
          <pc:docMk/>
          <pc:sldMk cId="992423061" sldId="313"/>
        </pc:sldMkLst>
      </pc:sldChg>
    </pc:docChg>
  </pc:docChgLst>
  <pc:docChgLst>
    <pc:chgData name="Mariana Eliza Alves Costa" userId="S::1078276@sga.pucminas.br::c138fc88-73c0-47e1-b788-3e194ec42aa1" providerId="AD" clId="Web-{049A2BDB-4113-0C6F-166B-D5A26EA501D3}"/>
    <pc:docChg chg="modSld">
      <pc:chgData name="Mariana Eliza Alves Costa" userId="S::1078276@sga.pucminas.br::c138fc88-73c0-47e1-b788-3e194ec42aa1" providerId="AD" clId="Web-{049A2BDB-4113-0C6F-166B-D5A26EA501D3}" dt="2025-05-05T19:22:56.889" v="2" actId="20577"/>
      <pc:docMkLst>
        <pc:docMk/>
      </pc:docMkLst>
      <pc:sldChg chg="modSp">
        <pc:chgData name="Mariana Eliza Alves Costa" userId="S::1078276@sga.pucminas.br::c138fc88-73c0-47e1-b788-3e194ec42aa1" providerId="AD" clId="Web-{049A2BDB-4113-0C6F-166B-D5A26EA501D3}" dt="2025-05-05T19:22:56.889" v="2" actId="20577"/>
        <pc:sldMkLst>
          <pc:docMk/>
          <pc:sldMk cId="471762326" sldId="293"/>
        </pc:sldMkLst>
        <pc:graphicFrameChg chg="modGraphic">
          <ac:chgData name="Mariana Eliza Alves Costa" userId="S::1078276@sga.pucminas.br::c138fc88-73c0-47e1-b788-3e194ec42aa1" providerId="AD" clId="Web-{049A2BDB-4113-0C6F-166B-D5A26EA501D3}" dt="2025-05-05T19:22:56.889" v="2" actId="20577"/>
          <ac:graphicFrameMkLst>
            <pc:docMk/>
            <pc:sldMk cId="471762326" sldId="293"/>
            <ac:graphicFrameMk id="36" creationId="{ECC0931C-600E-A136-1E08-BB3E8F96CA83}"/>
          </ac:graphicFrameMkLst>
        </pc:graphicFrameChg>
      </pc:sldChg>
    </pc:docChg>
  </pc:docChgLst>
  <pc:docChgLst>
    <pc:chgData name="Mariana Eliza Alves Costa" userId="S::1078276@sga.pucminas.br::c138fc88-73c0-47e1-b788-3e194ec42aa1" providerId="AD" clId="Web-{92FEECCD-3998-CAFE-0021-14A027E6FF14}"/>
    <pc:docChg chg="addSld delSld modSld">
      <pc:chgData name="Mariana Eliza Alves Costa" userId="S::1078276@sga.pucminas.br::c138fc88-73c0-47e1-b788-3e194ec42aa1" providerId="AD" clId="Web-{92FEECCD-3998-CAFE-0021-14A027E6FF14}" dt="2025-06-02T14:18:20.645" v="14"/>
      <pc:docMkLst>
        <pc:docMk/>
      </pc:docMkLst>
      <pc:sldChg chg="del">
        <pc:chgData name="Mariana Eliza Alves Costa" userId="S::1078276@sga.pucminas.br::c138fc88-73c0-47e1-b788-3e194ec42aa1" providerId="AD" clId="Web-{92FEECCD-3998-CAFE-0021-14A027E6FF14}" dt="2025-06-02T14:14:08.261" v="7"/>
        <pc:sldMkLst>
          <pc:docMk/>
          <pc:sldMk cId="1454747177" sldId="261"/>
        </pc:sldMkLst>
      </pc:sldChg>
      <pc:sldChg chg="del">
        <pc:chgData name="Mariana Eliza Alves Costa" userId="S::1078276@sga.pucminas.br::c138fc88-73c0-47e1-b788-3e194ec42aa1" providerId="AD" clId="Web-{92FEECCD-3998-CAFE-0021-14A027E6FF14}" dt="2025-06-02T14:14:19.636" v="8"/>
        <pc:sldMkLst>
          <pc:docMk/>
          <pc:sldMk cId="2842194845" sldId="265"/>
        </pc:sldMkLst>
      </pc:sldChg>
      <pc:sldChg chg="del">
        <pc:chgData name="Mariana Eliza Alves Costa" userId="S::1078276@sga.pucminas.br::c138fc88-73c0-47e1-b788-3e194ec42aa1" providerId="AD" clId="Web-{92FEECCD-3998-CAFE-0021-14A027E6FF14}" dt="2025-06-02T14:18:19.426" v="12"/>
        <pc:sldMkLst>
          <pc:docMk/>
          <pc:sldMk cId="2584666939" sldId="267"/>
        </pc:sldMkLst>
      </pc:sldChg>
      <pc:sldChg chg="del">
        <pc:chgData name="Mariana Eliza Alves Costa" userId="S::1078276@sga.pucminas.br::c138fc88-73c0-47e1-b788-3e194ec42aa1" providerId="AD" clId="Web-{92FEECCD-3998-CAFE-0021-14A027E6FF14}" dt="2025-06-02T14:18:20.645" v="14"/>
        <pc:sldMkLst>
          <pc:docMk/>
          <pc:sldMk cId="3894047674" sldId="268"/>
        </pc:sldMkLst>
      </pc:sldChg>
      <pc:sldChg chg="modSp">
        <pc:chgData name="Mariana Eliza Alves Costa" userId="S::1078276@sga.pucminas.br::c138fc88-73c0-47e1-b788-3e194ec42aa1" providerId="AD" clId="Web-{92FEECCD-3998-CAFE-0021-14A027E6FF14}" dt="2025-06-02T14:14:06.776" v="6" actId="20577"/>
        <pc:sldMkLst>
          <pc:docMk/>
          <pc:sldMk cId="1840433688" sldId="292"/>
        </pc:sldMkLst>
        <pc:spChg chg="mod">
          <ac:chgData name="Mariana Eliza Alves Costa" userId="S::1078276@sga.pucminas.br::c138fc88-73c0-47e1-b788-3e194ec42aa1" providerId="AD" clId="Web-{92FEECCD-3998-CAFE-0021-14A027E6FF14}" dt="2025-06-02T14:14:06.776" v="6" actId="20577"/>
          <ac:spMkLst>
            <pc:docMk/>
            <pc:sldMk cId="1840433688" sldId="292"/>
            <ac:spMk id="4" creationId="{1733F9FB-B30D-6536-0A43-BBFD67118BD1}"/>
          </ac:spMkLst>
        </pc:spChg>
      </pc:sldChg>
      <pc:sldChg chg="del">
        <pc:chgData name="Mariana Eliza Alves Costa" userId="S::1078276@sga.pucminas.br::c138fc88-73c0-47e1-b788-3e194ec42aa1" providerId="AD" clId="Web-{92FEECCD-3998-CAFE-0021-14A027E6FF14}" dt="2025-06-02T14:14:35.090" v="10"/>
        <pc:sldMkLst>
          <pc:docMk/>
          <pc:sldMk cId="2674112268" sldId="295"/>
        </pc:sldMkLst>
      </pc:sldChg>
      <pc:sldChg chg="del">
        <pc:chgData name="Mariana Eliza Alves Costa" userId="S::1078276@sga.pucminas.br::c138fc88-73c0-47e1-b788-3e194ec42aa1" providerId="AD" clId="Web-{92FEECCD-3998-CAFE-0021-14A027E6FF14}" dt="2025-06-02T14:14:34.402" v="9"/>
        <pc:sldMkLst>
          <pc:docMk/>
          <pc:sldMk cId="1001742171" sldId="296"/>
        </pc:sldMkLst>
      </pc:sldChg>
      <pc:sldChg chg="new del">
        <pc:chgData name="Mariana Eliza Alves Costa" userId="S::1078276@sga.pucminas.br::c138fc88-73c0-47e1-b788-3e194ec42aa1" providerId="AD" clId="Web-{92FEECCD-3998-CAFE-0021-14A027E6FF14}" dt="2025-06-02T14:18:20.067" v="13"/>
        <pc:sldMkLst>
          <pc:docMk/>
          <pc:sldMk cId="1520539477" sldId="321"/>
        </pc:sldMkLst>
      </pc:sldChg>
    </pc:docChg>
  </pc:docChgLst>
  <pc:docChgLst>
    <pc:chgData name="Usuário Convidado" userId="S::urn:spo:tenantanon#14cbd5a7-ec94-46ba-b314-cc0fc972a161::" providerId="AD" clId="Web-{6A6CC4B8-544F-0E55-6795-CDC090708C4F}"/>
    <pc:docChg chg="addSld delSld modSld">
      <pc:chgData name="Usuário Convidado" userId="S::urn:spo:tenantanon#14cbd5a7-ec94-46ba-b314-cc0fc972a161::" providerId="AD" clId="Web-{6A6CC4B8-544F-0E55-6795-CDC090708C4F}" dt="2025-05-04T17:55:22.140" v="68" actId="20577"/>
      <pc:docMkLst>
        <pc:docMk/>
      </pc:docMkLst>
      <pc:sldChg chg="addSp delSp modSp add replId">
        <pc:chgData name="Usuário Convidado" userId="S::urn:spo:tenantanon#14cbd5a7-ec94-46ba-b314-cc0fc972a161::" providerId="AD" clId="Web-{6A6CC4B8-544F-0E55-6795-CDC090708C4F}" dt="2025-05-04T17:55:22.140" v="68" actId="20577"/>
        <pc:sldMkLst>
          <pc:docMk/>
          <pc:sldMk cId="11908663" sldId="291"/>
        </pc:sldMkLst>
        <pc:spChg chg="mod">
          <ac:chgData name="Usuário Convidado" userId="S::urn:spo:tenantanon#14cbd5a7-ec94-46ba-b314-cc0fc972a161::" providerId="AD" clId="Web-{6A6CC4B8-544F-0E55-6795-CDC090708C4F}" dt="2025-05-04T17:55:22.140" v="68" actId="20577"/>
          <ac:spMkLst>
            <pc:docMk/>
            <pc:sldMk cId="11908663" sldId="291"/>
            <ac:spMk id="6" creationId="{E2B155BD-E6AC-EF08-0E98-4634D1429455}"/>
          </ac:spMkLst>
        </pc:spChg>
        <pc:picChg chg="add mod">
          <ac:chgData name="Usuário Convidado" userId="S::urn:spo:tenantanon#14cbd5a7-ec94-46ba-b314-cc0fc972a161::" providerId="AD" clId="Web-{6A6CC4B8-544F-0E55-6795-CDC090708C4F}" dt="2025-05-04T17:55:20.281" v="67" actId="1076"/>
          <ac:picMkLst>
            <pc:docMk/>
            <pc:sldMk cId="11908663" sldId="291"/>
            <ac:picMk id="2" creationId="{E2BFD309-5DAD-77F4-78C5-240B17045F4B}"/>
          </ac:picMkLst>
        </pc:picChg>
        <pc:picChg chg="del">
          <ac:chgData name="Usuário Convidado" userId="S::urn:spo:tenantanon#14cbd5a7-ec94-46ba-b314-cc0fc972a161::" providerId="AD" clId="Web-{6A6CC4B8-544F-0E55-6795-CDC090708C4F}" dt="2025-05-04T17:53:38.528" v="1"/>
          <ac:picMkLst>
            <pc:docMk/>
            <pc:sldMk cId="11908663" sldId="291"/>
            <ac:picMk id="5" creationId="{3D812243-B885-42FD-C909-8F699E34C973}"/>
          </ac:picMkLst>
        </pc:picChg>
      </pc:sldChg>
      <pc:sldChg chg="add del replId">
        <pc:chgData name="Usuário Convidado" userId="S::urn:spo:tenantanon#14cbd5a7-ec94-46ba-b314-cc0fc972a161::" providerId="AD" clId="Web-{6A6CC4B8-544F-0E55-6795-CDC090708C4F}" dt="2025-05-04T17:54:24.904" v="64"/>
        <pc:sldMkLst>
          <pc:docMk/>
          <pc:sldMk cId="2071117172" sldId="292"/>
        </pc:sldMkLst>
      </pc:sldChg>
      <pc:sldChg chg="add del replId">
        <pc:chgData name="Usuário Convidado" userId="S::urn:spo:tenantanon#14cbd5a7-ec94-46ba-b314-cc0fc972a161::" providerId="AD" clId="Web-{6A6CC4B8-544F-0E55-6795-CDC090708C4F}" dt="2025-05-04T17:54:18.060" v="62"/>
        <pc:sldMkLst>
          <pc:docMk/>
          <pc:sldMk cId="3740563891" sldId="292"/>
        </pc:sldMkLst>
      </pc:sldChg>
    </pc:docChg>
  </pc:docChgLst>
  <pc:docChgLst>
    <pc:chgData name="Usuário Convidado" userId="S::urn:spo:tenantanon#14cbd5a7-ec94-46ba-b314-cc0fc972a161::" providerId="AD" clId="Web-{AFDF5A87-71EB-F30C-082C-1EC84AA06346}"/>
    <pc:docChg chg="sldOrd">
      <pc:chgData name="Usuário Convidado" userId="S::urn:spo:tenantanon#14cbd5a7-ec94-46ba-b314-cc0fc972a161::" providerId="AD" clId="Web-{AFDF5A87-71EB-F30C-082C-1EC84AA06346}" dt="2025-05-04T21:20:43.085" v="0"/>
      <pc:docMkLst>
        <pc:docMk/>
      </pc:docMkLst>
      <pc:sldChg chg="ord">
        <pc:chgData name="Usuário Convidado" userId="S::urn:spo:tenantanon#14cbd5a7-ec94-46ba-b314-cc0fc972a161::" providerId="AD" clId="Web-{AFDF5A87-71EB-F30C-082C-1EC84AA06346}" dt="2025-05-04T21:20:43.085" v="0"/>
        <pc:sldMkLst>
          <pc:docMk/>
          <pc:sldMk cId="4035642484" sldId="290"/>
        </pc:sldMkLst>
      </pc:sldChg>
    </pc:docChg>
  </pc:docChgLst>
  <pc:docChgLst>
    <pc:chgData name="Mariana Eliza Alves Costa" userId="S::1078276@sga.pucminas.br::c138fc88-73c0-47e1-b788-3e194ec42aa1" providerId="AD" clId="Web-{F148C44C-5ED4-9B66-98B7-455224ABCA56}"/>
    <pc:docChg chg="addSld sldOrd">
      <pc:chgData name="Mariana Eliza Alves Costa" userId="S::1078276@sga.pucminas.br::c138fc88-73c0-47e1-b788-3e194ec42aa1" providerId="AD" clId="Web-{F148C44C-5ED4-9B66-98B7-455224ABCA56}" dt="2025-05-05T00:06:53.006" v="3"/>
      <pc:docMkLst>
        <pc:docMk/>
      </pc:docMkLst>
      <pc:sldChg chg="ord">
        <pc:chgData name="Mariana Eliza Alves Costa" userId="S::1078276@sga.pucminas.br::c138fc88-73c0-47e1-b788-3e194ec42aa1" providerId="AD" clId="Web-{F148C44C-5ED4-9B66-98B7-455224ABCA56}" dt="2025-05-05T00:06:03.754" v="2"/>
        <pc:sldMkLst>
          <pc:docMk/>
          <pc:sldMk cId="1231823350" sldId="279"/>
        </pc:sldMkLst>
      </pc:sldChg>
      <pc:sldChg chg="ord">
        <pc:chgData name="Mariana Eliza Alves Costa" userId="S::1078276@sga.pucminas.br::c138fc88-73c0-47e1-b788-3e194ec42aa1" providerId="AD" clId="Web-{F148C44C-5ED4-9B66-98B7-455224ABCA56}" dt="2025-05-05T00:06:53.006" v="3"/>
        <pc:sldMkLst>
          <pc:docMk/>
          <pc:sldMk cId="2068698628" sldId="286"/>
        </pc:sldMkLst>
      </pc:sldChg>
      <pc:sldChg chg="new">
        <pc:chgData name="Mariana Eliza Alves Costa" userId="S::1078276@sga.pucminas.br::c138fc88-73c0-47e1-b788-3e194ec42aa1" providerId="AD" clId="Web-{F148C44C-5ED4-9B66-98B7-455224ABCA56}" dt="2025-05-05T00:04:58.174" v="0"/>
        <pc:sldMkLst>
          <pc:docMk/>
          <pc:sldMk cId="2683240021" sldId="321"/>
        </pc:sldMkLst>
      </pc:sldChg>
    </pc:docChg>
  </pc:docChgLst>
  <pc:docChgLst>
    <pc:chgData name="Mariana Eliza Alves Costa" userId="S::1078276@sga.pucminas.br::c138fc88-73c0-47e1-b788-3e194ec42aa1" providerId="AD" clId="Web-{96BF206F-46DB-4594-BDB9-21A70BECAD3C}"/>
    <pc:docChg chg="addSld delSld modSld sldOrd">
      <pc:chgData name="Mariana Eliza Alves Costa" userId="S::1078276@sga.pucminas.br::c138fc88-73c0-47e1-b788-3e194ec42aa1" providerId="AD" clId="Web-{96BF206F-46DB-4594-BDB9-21A70BECAD3C}" dt="2025-05-04T22:14:46.974" v="899"/>
      <pc:docMkLst>
        <pc:docMk/>
      </pc:docMkLst>
      <pc:sldChg chg="modSp">
        <pc:chgData name="Mariana Eliza Alves Costa" userId="S::1078276@sga.pucminas.br::c138fc88-73c0-47e1-b788-3e194ec42aa1" providerId="AD" clId="Web-{96BF206F-46DB-4594-BDB9-21A70BECAD3C}" dt="2025-05-04T22:00:33.586" v="701" actId="20577"/>
        <pc:sldMkLst>
          <pc:docMk/>
          <pc:sldMk cId="3402964925" sldId="266"/>
        </pc:sldMkLst>
        <pc:graphicFrameChg chg="modGraphic">
          <ac:chgData name="Mariana Eliza Alves Costa" userId="S::1078276@sga.pucminas.br::c138fc88-73c0-47e1-b788-3e194ec42aa1" providerId="AD" clId="Web-{96BF206F-46DB-4594-BDB9-21A70BECAD3C}" dt="2025-05-04T22:00:33.586" v="701" actId="20577"/>
          <ac:graphicFrameMkLst>
            <pc:docMk/>
            <pc:sldMk cId="3402964925" sldId="266"/>
            <ac:graphicFrameMk id="19" creationId="{ECB2574A-A42B-5300-7D45-082D3B62DCAB}"/>
          </ac:graphicFrameMkLst>
        </pc:graphicFrameChg>
      </pc:sldChg>
      <pc:sldChg chg="addSp delSp modSp mod setClrOvrMap">
        <pc:chgData name="Mariana Eliza Alves Costa" userId="S::1078276@sga.pucminas.br::c138fc88-73c0-47e1-b788-3e194ec42aa1" providerId="AD" clId="Web-{96BF206F-46DB-4594-BDB9-21A70BECAD3C}" dt="2025-05-04T22:04:26.234" v="743"/>
        <pc:sldMkLst>
          <pc:docMk/>
          <pc:sldMk cId="2584666939" sldId="267"/>
        </pc:sldMkLst>
        <pc:spChg chg="mod">
          <ac:chgData name="Mariana Eliza Alves Costa" userId="S::1078276@sga.pucminas.br::c138fc88-73c0-47e1-b788-3e194ec42aa1" providerId="AD" clId="Web-{96BF206F-46DB-4594-BDB9-21A70BECAD3C}" dt="2025-05-04T22:04:26.234" v="743"/>
          <ac:spMkLst>
            <pc:docMk/>
            <pc:sldMk cId="2584666939" sldId="267"/>
            <ac:spMk id="2" creationId="{5D81D044-45AB-2698-743D-A8603F03580A}"/>
          </ac:spMkLst>
        </pc:spChg>
        <pc:spChg chg="mod">
          <ac:chgData name="Mariana Eliza Alves Costa" userId="S::1078276@sga.pucminas.br::c138fc88-73c0-47e1-b788-3e194ec42aa1" providerId="AD" clId="Web-{96BF206F-46DB-4594-BDB9-21A70BECAD3C}" dt="2025-05-04T22:04:06.624" v="728"/>
          <ac:spMkLst>
            <pc:docMk/>
            <pc:sldMk cId="2584666939" sldId="267"/>
            <ac:spMk id="110" creationId="{D49A5C74-2589-01FB-8824-9CF5E2C4E77D}"/>
          </ac:spMkLst>
        </pc:spChg>
        <pc:spChg chg="del">
          <ac:chgData name="Mariana Eliza Alves Costa" userId="S::1078276@sga.pucminas.br::c138fc88-73c0-47e1-b788-3e194ec42aa1" providerId="AD" clId="Web-{96BF206F-46DB-4594-BDB9-21A70BECAD3C}" dt="2025-05-04T22:02:26.089" v="719"/>
          <ac:spMkLst>
            <pc:docMk/>
            <pc:sldMk cId="2584666939" sldId="267"/>
            <ac:spMk id="128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2:37.480" v="720"/>
          <ac:spMkLst>
            <pc:docMk/>
            <pc:sldMk cId="2584666939" sldId="267"/>
            <ac:spMk id="137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3:21.685" v="724"/>
          <ac:spMkLst>
            <pc:docMk/>
            <pc:sldMk cId="2584666939" sldId="267"/>
            <ac:spMk id="147" creationId="{CFD1D2CD-954D-4C4D-B505-05EAD159B230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4:06.624" v="728"/>
          <ac:spMkLst>
            <pc:docMk/>
            <pc:sldMk cId="2584666939" sldId="267"/>
            <ac:spMk id="156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4:06.624" v="728"/>
          <ac:spMkLst>
            <pc:docMk/>
            <pc:sldMk cId="2584666939" sldId="267"/>
            <ac:spMk id="158" creationId="{122AB34F-E75C-451A-8410-05B6C249E9D3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4:26.234" v="743"/>
          <ac:spMkLst>
            <pc:docMk/>
            <pc:sldMk cId="2584666939" sldId="267"/>
            <ac:spMk id="168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4:26.234" v="743"/>
          <ac:spMkLst>
            <pc:docMk/>
            <pc:sldMk cId="2584666939" sldId="267"/>
            <ac:spMk id="170" creationId="{9E9D00D9-C4F5-471E-BE2C-126CB112A6BD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04:26.234" v="743"/>
          <ac:spMkLst>
            <pc:docMk/>
            <pc:sldMk cId="2584666939" sldId="267"/>
            <ac:spMk id="179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04:26.234" v="743"/>
          <ac:spMkLst>
            <pc:docMk/>
            <pc:sldMk cId="2584666939" sldId="267"/>
            <ac:spMk id="181" creationId="{9E9D00D9-C4F5-471E-BE2C-126CB112A6BD}"/>
          </ac:spMkLst>
        </pc:spChg>
        <pc:picChg chg="del">
          <ac:chgData name="Mariana Eliza Alves Costa" userId="S::1078276@sga.pucminas.br::c138fc88-73c0-47e1-b788-3e194ec42aa1" providerId="AD" clId="Web-{96BF206F-46DB-4594-BDB9-21A70BECAD3C}" dt="2025-05-04T22:02:07.011" v="717"/>
          <ac:picMkLst>
            <pc:docMk/>
            <pc:sldMk cId="2584666939" sldId="267"/>
            <ac:picMk id="114" creationId="{CAD8842C-A0C3-923A-2B42-BBCAFD6DC322}"/>
          </ac:picMkLst>
        </pc:picChg>
        <pc:picChg chg="add del mod ord">
          <ac:chgData name="Mariana Eliza Alves Costa" userId="S::1078276@sga.pucminas.br::c138fc88-73c0-47e1-b788-3e194ec42aa1" providerId="AD" clId="Web-{96BF206F-46DB-4594-BDB9-21A70BECAD3C}" dt="2025-05-04T22:03:56.296" v="727"/>
          <ac:picMkLst>
            <pc:docMk/>
            <pc:sldMk cId="2584666939" sldId="267"/>
            <ac:picMk id="141" creationId="{DE2C4689-6FE9-09B4-0D16-727653960345}"/>
          </ac:picMkLst>
        </pc:picChg>
        <pc:picChg chg="add mod">
          <ac:chgData name="Mariana Eliza Alves Costa" userId="S::1078276@sga.pucminas.br::c138fc88-73c0-47e1-b788-3e194ec42aa1" providerId="AD" clId="Web-{96BF206F-46DB-4594-BDB9-21A70BECAD3C}" dt="2025-05-04T22:04:26.234" v="743"/>
          <ac:picMkLst>
            <pc:docMk/>
            <pc:sldMk cId="2584666939" sldId="267"/>
            <ac:picMk id="162" creationId="{01EE13B7-183A-D16D-77CE-2F2F8EFCC26B}"/>
          </ac:picMkLst>
        </pc:picChg>
        <pc:cxnChg chg="del">
          <ac:chgData name="Mariana Eliza Alves Costa" userId="S::1078276@sga.pucminas.br::c138fc88-73c0-47e1-b788-3e194ec42aa1" providerId="AD" clId="Web-{96BF206F-46DB-4594-BDB9-21A70BECAD3C}" dt="2025-05-04T22:02:26.089" v="719"/>
          <ac:cxnSpMkLst>
            <pc:docMk/>
            <pc:sldMk cId="2584666939" sldId="267"/>
            <ac:cxnSpMk id="126" creationId="{118E06E4-607B-144B-382B-AD3D06B1EE8C}"/>
          </ac:cxnSpMkLst>
        </pc:cxnChg>
        <pc:cxnChg chg="del">
          <ac:chgData name="Mariana Eliza Alves Costa" userId="S::1078276@sga.pucminas.br::c138fc88-73c0-47e1-b788-3e194ec42aa1" providerId="AD" clId="Web-{96BF206F-46DB-4594-BDB9-21A70BECAD3C}" dt="2025-05-04T22:02:26.089" v="719"/>
          <ac:cxnSpMkLst>
            <pc:docMk/>
            <pc:sldMk cId="2584666939" sldId="267"/>
            <ac:cxnSpMk id="130" creationId="{59D7B6BE-A4E0-4483-BEC5-493AC3E5D2AD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2:37.480" v="720"/>
          <ac:cxnSpMkLst>
            <pc:docMk/>
            <pc:sldMk cId="2584666939" sldId="267"/>
            <ac:cxnSpMk id="135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2:37.480" v="720"/>
          <ac:cxnSpMkLst>
            <pc:docMk/>
            <pc:sldMk cId="2584666939" sldId="267"/>
            <ac:cxnSpMk id="139" creationId="{9B9E2C38-33D2-1944-B9C2-8965AFC61EBE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3:21.685" v="724"/>
          <ac:cxnSpMkLst>
            <pc:docMk/>
            <pc:sldMk cId="2584666939" sldId="267"/>
            <ac:cxnSpMk id="145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3:21.685" v="724"/>
          <ac:cxnSpMkLst>
            <pc:docMk/>
            <pc:sldMk cId="2584666939" sldId="267"/>
            <ac:cxnSpMk id="149" creationId="{D132AEA7-A24A-45A9-BF8F-D0AFF34DF6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4:06.624" v="728"/>
          <ac:cxnSpMkLst>
            <pc:docMk/>
            <pc:sldMk cId="2584666939" sldId="267"/>
            <ac:cxnSpMk id="154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4:06.624" v="728"/>
          <ac:cxnSpMkLst>
            <pc:docMk/>
            <pc:sldMk cId="2584666939" sldId="267"/>
            <ac:cxnSpMk id="160" creationId="{97CC2FE6-3AD0-4131-B4BC-1F4D65E25E13}"/>
          </ac:cxnSpMkLst>
        </pc:cxnChg>
        <pc:cxnChg chg="del">
          <ac:chgData name="Mariana Eliza Alves Costa" userId="S::1078276@sga.pucminas.br::c138fc88-73c0-47e1-b788-3e194ec42aa1" providerId="AD" clId="Web-{96BF206F-46DB-4594-BDB9-21A70BECAD3C}" dt="2025-05-04T22:04:26.234" v="743"/>
          <ac:cxnSpMkLst>
            <pc:docMk/>
            <pc:sldMk cId="2584666939" sldId="267"/>
            <ac:cxnSpMk id="166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4:26.234" v="743"/>
          <ac:cxnSpMkLst>
            <pc:docMk/>
            <pc:sldMk cId="2584666939" sldId="267"/>
            <ac:cxnSpMk id="172" creationId="{97CC2FE6-3AD0-4131-B4BC-1F4D65E25E13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4:26.234" v="743"/>
          <ac:cxnSpMkLst>
            <pc:docMk/>
            <pc:sldMk cId="2584666939" sldId="267"/>
            <ac:cxnSpMk id="177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4:26.234" v="743"/>
          <ac:cxnSpMkLst>
            <pc:docMk/>
            <pc:sldMk cId="2584666939" sldId="267"/>
            <ac:cxnSpMk id="183" creationId="{97CC2FE6-3AD0-4131-B4BC-1F4D65E25E13}"/>
          </ac:cxnSpMkLst>
        </pc:cxnChg>
      </pc:sldChg>
      <pc:sldChg chg="addSp delSp modSp mod setClrOvrMap">
        <pc:chgData name="Mariana Eliza Alves Costa" userId="S::1078276@sga.pucminas.br::c138fc88-73c0-47e1-b788-3e194ec42aa1" providerId="AD" clId="Web-{96BF206F-46DB-4594-BDB9-21A70BECAD3C}" dt="2025-05-04T22:03:09.419" v="723"/>
        <pc:sldMkLst>
          <pc:docMk/>
          <pc:sldMk cId="3894047674" sldId="268"/>
        </pc:sldMkLst>
        <pc:spChg chg="mod">
          <ac:chgData name="Mariana Eliza Alves Costa" userId="S::1078276@sga.pucminas.br::c138fc88-73c0-47e1-b788-3e194ec42aa1" providerId="AD" clId="Web-{96BF206F-46DB-4594-BDB9-21A70BECAD3C}" dt="2025-05-04T22:03:09.419" v="723"/>
          <ac:spMkLst>
            <pc:docMk/>
            <pc:sldMk cId="3894047674" sldId="268"/>
            <ac:spMk id="2" creationId="{16F952DD-5DED-7590-09C4-5645A244B6D6}"/>
          </ac:spMkLst>
        </pc:spChg>
        <pc:spChg chg="mod">
          <ac:chgData name="Mariana Eliza Alves Costa" userId="S::1078276@sga.pucminas.br::c138fc88-73c0-47e1-b788-3e194ec42aa1" providerId="AD" clId="Web-{96BF206F-46DB-4594-BDB9-21A70BECAD3C}" dt="2025-05-04T22:03:09.419" v="723"/>
          <ac:spMkLst>
            <pc:docMk/>
            <pc:sldMk cId="3894047674" sldId="268"/>
            <ac:spMk id="3" creationId="{F6CDC565-8D8F-7065-0B41-E1311A5EB6DB}"/>
          </ac:spMkLst>
        </pc:spChg>
        <pc:spChg chg="del">
          <ac:chgData name="Mariana Eliza Alves Costa" userId="S::1078276@sga.pucminas.br::c138fc88-73c0-47e1-b788-3e194ec42aa1" providerId="AD" clId="Web-{96BF206F-46DB-4594-BDB9-21A70BECAD3C}" dt="2025-05-04T22:03:09.419" v="723"/>
          <ac:spMkLst>
            <pc:docMk/>
            <pc:sldMk cId="3894047674" sldId="268"/>
            <ac:spMk id="40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03:09.419" v="723"/>
          <ac:spMkLst>
            <pc:docMk/>
            <pc:sldMk cId="3894047674" sldId="268"/>
            <ac:spMk id="49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03:09.419" v="723"/>
          <ac:spMkLst>
            <pc:docMk/>
            <pc:sldMk cId="3894047674" sldId="268"/>
            <ac:spMk id="51" creationId="{122AB34F-E75C-451A-8410-05B6C249E9D3}"/>
          </ac:spMkLst>
        </pc:spChg>
        <pc:picChg chg="mod ord">
          <ac:chgData name="Mariana Eliza Alves Costa" userId="S::1078276@sga.pucminas.br::c138fc88-73c0-47e1-b788-3e194ec42aa1" providerId="AD" clId="Web-{96BF206F-46DB-4594-BDB9-21A70BECAD3C}" dt="2025-05-04T22:03:09.419" v="723"/>
          <ac:picMkLst>
            <pc:docMk/>
            <pc:sldMk cId="3894047674" sldId="268"/>
            <ac:picMk id="5" creationId="{A17EE958-494B-1BA1-0532-7870FDD3B9D3}"/>
          </ac:picMkLst>
        </pc:picChg>
        <pc:cxnChg chg="del">
          <ac:chgData name="Mariana Eliza Alves Costa" userId="S::1078276@sga.pucminas.br::c138fc88-73c0-47e1-b788-3e194ec42aa1" providerId="AD" clId="Web-{96BF206F-46DB-4594-BDB9-21A70BECAD3C}" dt="2025-05-04T22:03:09.419" v="723"/>
          <ac:cxnSpMkLst>
            <pc:docMk/>
            <pc:sldMk cId="3894047674" sldId="268"/>
            <ac:cxnSpMk id="38" creationId="{118E06E4-607B-144B-382B-AD3D06B1EE8C}"/>
          </ac:cxnSpMkLst>
        </pc:cxnChg>
        <pc:cxnChg chg="del">
          <ac:chgData name="Mariana Eliza Alves Costa" userId="S::1078276@sga.pucminas.br::c138fc88-73c0-47e1-b788-3e194ec42aa1" providerId="AD" clId="Web-{96BF206F-46DB-4594-BDB9-21A70BECAD3C}" dt="2025-05-04T22:03:09.419" v="723"/>
          <ac:cxnSpMkLst>
            <pc:docMk/>
            <pc:sldMk cId="3894047674" sldId="268"/>
            <ac:cxnSpMk id="42" creationId="{6CA391F1-4B2C-521B-F6A5-52C74B30349D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3:09.419" v="723"/>
          <ac:cxnSpMkLst>
            <pc:docMk/>
            <pc:sldMk cId="3894047674" sldId="268"/>
            <ac:cxnSpMk id="47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3:09.419" v="723"/>
          <ac:cxnSpMkLst>
            <pc:docMk/>
            <pc:sldMk cId="3894047674" sldId="268"/>
            <ac:cxnSpMk id="53" creationId="{97CC2FE6-3AD0-4131-B4BC-1F4D65E25E13}"/>
          </ac:cxnSpMkLst>
        </pc:cxnChg>
      </pc:sldChg>
      <pc:sldChg chg="addSp delSp modSp ord">
        <pc:chgData name="Mariana Eliza Alves Costa" userId="S::1078276@sga.pucminas.br::c138fc88-73c0-47e1-b788-3e194ec42aa1" providerId="AD" clId="Web-{96BF206F-46DB-4594-BDB9-21A70BECAD3C}" dt="2025-05-04T20:56:44.792" v="56"/>
        <pc:sldMkLst>
          <pc:docMk/>
          <pc:sldMk cId="1661062521" sldId="273"/>
        </pc:sldMkLst>
        <pc:spChg chg="del">
          <ac:chgData name="Mariana Eliza Alves Costa" userId="S::1078276@sga.pucminas.br::c138fc88-73c0-47e1-b788-3e194ec42aa1" providerId="AD" clId="Web-{96BF206F-46DB-4594-BDB9-21A70BECAD3C}" dt="2025-05-04T20:54:46.710" v="32"/>
          <ac:spMkLst>
            <pc:docMk/>
            <pc:sldMk cId="1661062521" sldId="273"/>
            <ac:spMk id="2" creationId="{79A2DD91-D76D-D0C6-0241-3C5E5F568DE5}"/>
          </ac:spMkLst>
        </pc:spChg>
        <pc:spChg chg="del">
          <ac:chgData name="Mariana Eliza Alves Costa" userId="S::1078276@sga.pucminas.br::c138fc88-73c0-47e1-b788-3e194ec42aa1" providerId="AD" clId="Web-{96BF206F-46DB-4594-BDB9-21A70BECAD3C}" dt="2025-05-04T20:55:48.540" v="47"/>
          <ac:spMkLst>
            <pc:docMk/>
            <pc:sldMk cId="1661062521" sldId="273"/>
            <ac:spMk id="9" creationId="{DBDA151C-5770-45E4-AAFF-59E7F403866D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0:56:44.792" v="56"/>
          <ac:spMkLst>
            <pc:docMk/>
            <pc:sldMk cId="1661062521" sldId="273"/>
            <ac:spMk id="37" creationId="{E81E2DAF-A953-EF0F-7FA8-E2D05BB9BCCE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0:56:43.292" v="54"/>
          <ac:spMkLst>
            <pc:docMk/>
            <pc:sldMk cId="1661062521" sldId="273"/>
            <ac:spMk id="42" creationId="{406BD704-01C2-4341-B99A-116CC7EC56EF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0:56:43.292" v="54"/>
          <ac:spMkLst>
            <pc:docMk/>
            <pc:sldMk cId="1661062521" sldId="273"/>
            <ac:spMk id="44" creationId="{0225C01B-A296-4FAA-AA46-794F27DF6934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0:56:44.792" v="56"/>
          <ac:spMkLst>
            <pc:docMk/>
            <pc:sldMk cId="1661062521" sldId="273"/>
            <ac:spMk id="51" creationId="{A637580D-1176-4083-A9A1-BD8ED08996EC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0:56:44.792" v="56"/>
          <ac:spMkLst>
            <pc:docMk/>
            <pc:sldMk cId="1661062521" sldId="273"/>
            <ac:spMk id="58" creationId="{A637580D-1176-4083-A9A1-BD8ED08996EC}"/>
          </ac:spMkLst>
        </pc:spChg>
        <pc:graphicFrameChg chg="mod ord modGraphic">
          <ac:chgData name="Mariana Eliza Alves Costa" userId="S::1078276@sga.pucminas.br::c138fc88-73c0-47e1-b788-3e194ec42aa1" providerId="AD" clId="Web-{96BF206F-46DB-4594-BDB9-21A70BECAD3C}" dt="2025-05-04T20:56:44.792" v="56"/>
          <ac:graphicFrameMkLst>
            <pc:docMk/>
            <pc:sldMk cId="1661062521" sldId="273"/>
            <ac:graphicFrameMk id="5" creationId="{5237A746-B423-D3B7-CA5E-B7325B936750}"/>
          </ac:graphicFrameMkLst>
        </pc:graphicFrameChg>
        <pc:cxnChg chg="del">
          <ac:chgData name="Mariana Eliza Alves Costa" userId="S::1078276@sga.pucminas.br::c138fc88-73c0-47e1-b788-3e194ec42aa1" providerId="AD" clId="Web-{96BF206F-46DB-4594-BDB9-21A70BECAD3C}" dt="2025-05-04T20:55:48.540" v="47"/>
          <ac:cxnSpMkLst>
            <pc:docMk/>
            <pc:sldMk cId="1661062521" sldId="273"/>
            <ac:cxnSpMk id="11" creationId="{05ADA91C-AD52-A530-A898-AD6E69874598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0:56:43.292" v="54"/>
          <ac:cxnSpMkLst>
            <pc:docMk/>
            <pc:sldMk cId="1661062521" sldId="273"/>
            <ac:cxnSpMk id="46" creationId="{62713E66-598D-4B8A-9D2A-67C7AF46EF11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0:56:44.792" v="56"/>
          <ac:cxnSpMkLst>
            <pc:docMk/>
            <pc:sldMk cId="1661062521" sldId="273"/>
            <ac:cxnSpMk id="53" creationId="{1A85A180-17F0-9F5F-51D9-6D242E7884AB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0:56:44.792" v="56"/>
          <ac:cxnSpMkLst>
            <pc:docMk/>
            <pc:sldMk cId="1661062521" sldId="273"/>
            <ac:cxnSpMk id="60" creationId="{B9C96FDC-E4C2-7D8A-44BA-572E7CD9E899}"/>
          </ac:cxnSpMkLst>
        </pc:cxnChg>
      </pc:sldChg>
      <pc:sldChg chg="modSp del">
        <pc:chgData name="Mariana Eliza Alves Costa" userId="S::1078276@sga.pucminas.br::c138fc88-73c0-47e1-b788-3e194ec42aa1" providerId="AD" clId="Web-{96BF206F-46DB-4594-BDB9-21A70BECAD3C}" dt="2025-05-04T22:00:56.446" v="704"/>
        <pc:sldMkLst>
          <pc:docMk/>
          <pc:sldMk cId="1789507290" sldId="275"/>
        </pc:sldMkLst>
        <pc:spChg chg="mod">
          <ac:chgData name="Mariana Eliza Alves Costa" userId="S::1078276@sga.pucminas.br::c138fc88-73c0-47e1-b788-3e194ec42aa1" providerId="AD" clId="Web-{96BF206F-46DB-4594-BDB9-21A70BECAD3C}" dt="2025-05-04T21:56:41.875" v="680" actId="20577"/>
          <ac:spMkLst>
            <pc:docMk/>
            <pc:sldMk cId="1789507290" sldId="275"/>
            <ac:spMk id="2" creationId="{496A58BB-C6C0-CF78-AF15-503C08BB060C}"/>
          </ac:spMkLst>
        </pc:spChg>
      </pc:sldChg>
      <pc:sldChg chg="addSp delSp modSp mod modClrScheme delDesignElem chgLayout">
        <pc:chgData name="Mariana Eliza Alves Costa" userId="S::1078276@sga.pucminas.br::c138fc88-73c0-47e1-b788-3e194ec42aa1" providerId="AD" clId="Web-{96BF206F-46DB-4594-BDB9-21A70BECAD3C}" dt="2025-05-04T22:13:01.485" v="877" actId="14100"/>
        <pc:sldMkLst>
          <pc:docMk/>
          <pc:sldMk cId="1597173864" sldId="281"/>
        </pc:sldMkLst>
        <pc:spChg chg="del mod ord">
          <ac:chgData name="Mariana Eliza Alves Costa" userId="S::1078276@sga.pucminas.br::c138fc88-73c0-47e1-b788-3e194ec42aa1" providerId="AD" clId="Web-{96BF206F-46DB-4594-BDB9-21A70BECAD3C}" dt="2025-05-04T22:12:05.780" v="862"/>
          <ac:spMkLst>
            <pc:docMk/>
            <pc:sldMk cId="1597173864" sldId="281"/>
            <ac:spMk id="2" creationId="{7BBE77DF-183A-B1B4-3A7E-4EDA81C66ABA}"/>
          </ac:spMkLst>
        </pc:spChg>
        <pc:spChg chg="add mod ord">
          <ac:chgData name="Mariana Eliza Alves Costa" userId="S::1078276@sga.pucminas.br::c138fc88-73c0-47e1-b788-3e194ec42aa1" providerId="AD" clId="Web-{96BF206F-46DB-4594-BDB9-21A70BECAD3C}" dt="2025-05-04T22:13:01.485" v="877" actId="14100"/>
          <ac:spMkLst>
            <pc:docMk/>
            <pc:sldMk cId="1597173864" sldId="281"/>
            <ac:spMk id="3" creationId="{98490083-E207-3DA4-4FF3-6F49339D530F}"/>
          </ac:spMkLst>
        </pc:spChg>
        <pc:spChg chg="add del mod">
          <ac:chgData name="Mariana Eliza Alves Costa" userId="S::1078276@sga.pucminas.br::c138fc88-73c0-47e1-b788-3e194ec42aa1" providerId="AD" clId="Web-{96BF206F-46DB-4594-BDB9-21A70BECAD3C}" dt="2025-05-04T22:12:31.687" v="868" actId="20577"/>
          <ac:spMkLst>
            <pc:docMk/>
            <pc:sldMk cId="1597173864" sldId="281"/>
            <ac:spMk id="5" creationId="{8B760CA2-6333-6444-3B03-794BDE49FFE9}"/>
          </ac:spMkLst>
        </pc:spChg>
        <pc:spChg chg="del">
          <ac:chgData name="Mariana Eliza Alves Costa" userId="S::1078276@sga.pucminas.br::c138fc88-73c0-47e1-b788-3e194ec42aa1" providerId="AD" clId="Web-{96BF206F-46DB-4594-BDB9-21A70BECAD3C}" dt="2025-05-04T22:12:28.390" v="866"/>
          <ac:spMkLst>
            <pc:docMk/>
            <pc:sldMk cId="1597173864" sldId="281"/>
            <ac:spMk id="7" creationId="{0573686F-1B6A-97C9-1C64-A376DCC6F4CD}"/>
          </ac:spMkLst>
        </pc:spChg>
        <pc:spChg chg="del">
          <ac:chgData name="Mariana Eliza Alves Costa" userId="S::1078276@sga.pucminas.br::c138fc88-73c0-47e1-b788-3e194ec42aa1" providerId="AD" clId="Web-{96BF206F-46DB-4594-BDB9-21A70BECAD3C}" dt="2025-05-04T22:11:44.905" v="859"/>
          <ac:spMkLst>
            <pc:docMk/>
            <pc:sldMk cId="1597173864" sldId="281"/>
            <ac:spMk id="72" creationId="{19F9BF86-FE94-4517-B97D-026C7515E589}"/>
          </ac:spMkLst>
        </pc:spChg>
        <pc:spChg chg="del">
          <ac:chgData name="Mariana Eliza Alves Costa" userId="S::1078276@sga.pucminas.br::c138fc88-73c0-47e1-b788-3e194ec42aa1" providerId="AD" clId="Web-{96BF206F-46DB-4594-BDB9-21A70BECAD3C}" dt="2025-05-04T22:11:44.905" v="859"/>
          <ac:spMkLst>
            <pc:docMk/>
            <pc:sldMk cId="1597173864" sldId="281"/>
            <ac:spMk id="74" creationId="{D30DD7D3-2712-4491-B2C2-5FC23330C7CB}"/>
          </ac:spMkLst>
        </pc:spChg>
        <pc:picChg chg="del">
          <ac:chgData name="Mariana Eliza Alves Costa" userId="S::1078276@sga.pucminas.br::c138fc88-73c0-47e1-b788-3e194ec42aa1" providerId="AD" clId="Web-{96BF206F-46DB-4594-BDB9-21A70BECAD3C}" dt="2025-05-04T22:11:19.544" v="858"/>
          <ac:picMkLst>
            <pc:docMk/>
            <pc:sldMk cId="1597173864" sldId="281"/>
            <ac:picMk id="12" creationId="{7304634E-30B8-B7BA-13E3-EAEEDA72F97C}"/>
          </ac:picMkLst>
        </pc:picChg>
        <pc:cxnChg chg="del">
          <ac:chgData name="Mariana Eliza Alves Costa" userId="S::1078276@sga.pucminas.br::c138fc88-73c0-47e1-b788-3e194ec42aa1" providerId="AD" clId="Web-{96BF206F-46DB-4594-BDB9-21A70BECAD3C}" dt="2025-05-04T22:11:44.905" v="859"/>
          <ac:cxnSpMkLst>
            <pc:docMk/>
            <pc:sldMk cId="1597173864" sldId="281"/>
            <ac:cxnSpMk id="70" creationId="{118E06E4-607B-144B-382B-AD3D06B1EE8C}"/>
          </ac:cxnSpMkLst>
        </pc:cxnChg>
        <pc:cxnChg chg="del">
          <ac:chgData name="Mariana Eliza Alves Costa" userId="S::1078276@sga.pucminas.br::c138fc88-73c0-47e1-b788-3e194ec42aa1" providerId="AD" clId="Web-{96BF206F-46DB-4594-BDB9-21A70BECAD3C}" dt="2025-05-04T22:11:44.905" v="859"/>
          <ac:cxnSpMkLst>
            <pc:docMk/>
            <pc:sldMk cId="1597173864" sldId="281"/>
            <ac:cxnSpMk id="76" creationId="{FFD0734C-004D-4938-8EA0-2C3867A11A66}"/>
          </ac:cxnSpMkLst>
        </pc:cxnChg>
      </pc:sldChg>
      <pc:sldChg chg="modSp">
        <pc:chgData name="Mariana Eliza Alves Costa" userId="S::1078276@sga.pucminas.br::c138fc88-73c0-47e1-b788-3e194ec42aa1" providerId="AD" clId="Web-{96BF206F-46DB-4594-BDB9-21A70BECAD3C}" dt="2025-05-04T21:46:37.351" v="500" actId="20577"/>
        <pc:sldMkLst>
          <pc:docMk/>
          <pc:sldMk cId="1901844762" sldId="282"/>
        </pc:sldMkLst>
        <pc:graphicFrameChg chg="modGraphic">
          <ac:chgData name="Mariana Eliza Alves Costa" userId="S::1078276@sga.pucminas.br::c138fc88-73c0-47e1-b788-3e194ec42aa1" providerId="AD" clId="Web-{96BF206F-46DB-4594-BDB9-21A70BECAD3C}" dt="2025-05-04T21:46:37.351" v="500" actId="20577"/>
          <ac:graphicFrameMkLst>
            <pc:docMk/>
            <pc:sldMk cId="1901844762" sldId="282"/>
            <ac:graphicFrameMk id="36" creationId="{1D0F5960-9582-E1F2-13DF-57E6FDF5524B}"/>
          </ac:graphicFrameMkLst>
        </pc:graphicFrameChg>
      </pc:sldChg>
      <pc:sldChg chg="addSp delSp modSp mod modClrScheme setClrOvrMap delDesignElem chgLayout">
        <pc:chgData name="Mariana Eliza Alves Costa" userId="S::1078276@sga.pucminas.br::c138fc88-73c0-47e1-b788-3e194ec42aa1" providerId="AD" clId="Web-{96BF206F-46DB-4594-BDB9-21A70BECAD3C}" dt="2025-05-04T20:53:08.332" v="23" actId="14100"/>
        <pc:sldMkLst>
          <pc:docMk/>
          <pc:sldMk cId="3082404486" sldId="287"/>
        </pc:sldMkLst>
        <pc:spChg chg="mod ord">
          <ac:chgData name="Mariana Eliza Alves Costa" userId="S::1078276@sga.pucminas.br::c138fc88-73c0-47e1-b788-3e194ec42aa1" providerId="AD" clId="Web-{96BF206F-46DB-4594-BDB9-21A70BECAD3C}" dt="2025-05-04T20:52:57.831" v="19" actId="14100"/>
          <ac:spMkLst>
            <pc:docMk/>
            <pc:sldMk cId="3082404486" sldId="287"/>
            <ac:spMk id="2" creationId="{AF4131DB-A9E0-B4E7-50FC-BCAD3C511804}"/>
          </ac:spMkLst>
        </pc:spChg>
        <pc:spChg chg="mod ord">
          <ac:chgData name="Mariana Eliza Alves Costa" userId="S::1078276@sga.pucminas.br::c138fc88-73c0-47e1-b788-3e194ec42aa1" providerId="AD" clId="Web-{96BF206F-46DB-4594-BDB9-21A70BECAD3C}" dt="2025-05-04T20:53:08.332" v="23" actId="14100"/>
          <ac:spMkLst>
            <pc:docMk/>
            <pc:sldMk cId="3082404486" sldId="287"/>
            <ac:spMk id="3" creationId="{39CC72A3-71B8-0459-079B-36FC7040DBA3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0:52:52.019" v="18"/>
          <ac:spMkLst>
            <pc:docMk/>
            <pc:sldMk cId="3082404486" sldId="287"/>
            <ac:spMk id="9" creationId="{46B9231A-B34B-4A29-A6AC-532E1EE81575}"/>
          </ac:spMkLst>
        </pc:spChg>
        <pc:spChg chg="del">
          <ac:chgData name="Mariana Eliza Alves Costa" userId="S::1078276@sga.pucminas.br::c138fc88-73c0-47e1-b788-3e194ec42aa1" providerId="AD" clId="Web-{96BF206F-46DB-4594-BDB9-21A70BECAD3C}" dt="2025-05-04T20:52:25.393" v="0"/>
          <ac:spMkLst>
            <pc:docMk/>
            <pc:sldMk cId="3082404486" sldId="287"/>
            <ac:spMk id="10" creationId="{19F9BF86-FE94-4517-B97D-026C7515E589}"/>
          </ac:spMkLst>
        </pc:spChg>
        <pc:picChg chg="add">
          <ac:chgData name="Mariana Eliza Alves Costa" userId="S::1078276@sga.pucminas.br::c138fc88-73c0-47e1-b788-3e194ec42aa1" providerId="AD" clId="Web-{96BF206F-46DB-4594-BDB9-21A70BECAD3C}" dt="2025-05-04T20:52:52.019" v="18"/>
          <ac:picMkLst>
            <pc:docMk/>
            <pc:sldMk cId="3082404486" sldId="287"/>
            <ac:picMk id="6" creationId="{CE2BB72A-3137-4B71-AD73-031CDE816652}"/>
          </ac:picMkLst>
        </pc:picChg>
        <pc:cxnChg chg="del">
          <ac:chgData name="Mariana Eliza Alves Costa" userId="S::1078276@sga.pucminas.br::c138fc88-73c0-47e1-b788-3e194ec42aa1" providerId="AD" clId="Web-{96BF206F-46DB-4594-BDB9-21A70BECAD3C}" dt="2025-05-04T20:52:25.393" v="0"/>
          <ac:cxnSpMkLst>
            <pc:docMk/>
            <pc:sldMk cId="3082404486" sldId="287"/>
            <ac:cxnSpMk id="8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0:52:52.019" v="18"/>
          <ac:cxnSpMkLst>
            <pc:docMk/>
            <pc:sldMk cId="3082404486" sldId="287"/>
            <ac:cxnSpMk id="11" creationId="{F0CE0765-E93C-4D37-9D5F-D464EFB10FA7}"/>
          </ac:cxnSpMkLst>
        </pc:cxnChg>
        <pc:cxnChg chg="del">
          <ac:chgData name="Mariana Eliza Alves Costa" userId="S::1078276@sga.pucminas.br::c138fc88-73c0-47e1-b788-3e194ec42aa1" providerId="AD" clId="Web-{96BF206F-46DB-4594-BDB9-21A70BECAD3C}" dt="2025-05-04T20:52:25.393" v="0"/>
          <ac:cxnSpMkLst>
            <pc:docMk/>
            <pc:sldMk cId="3082404486" sldId="287"/>
            <ac:cxnSpMk id="12" creationId="{59D7B6BE-A4E0-4483-BEC5-493AC3E5D2AD}"/>
          </ac:cxnSpMkLst>
        </pc:cxnChg>
      </pc:sldChg>
      <pc:sldChg chg="addSp delSp modSp new mod setBg setClrOvrMap">
        <pc:chgData name="Mariana Eliza Alves Costa" userId="S::1078276@sga.pucminas.br::c138fc88-73c0-47e1-b788-3e194ec42aa1" providerId="AD" clId="Web-{96BF206F-46DB-4594-BDB9-21A70BECAD3C}" dt="2025-05-04T22:06:05.034" v="761"/>
        <pc:sldMkLst>
          <pc:docMk/>
          <pc:sldMk cId="3361300983" sldId="297"/>
        </pc:sldMkLst>
        <pc:spChg chg="mod">
          <ac:chgData name="Mariana Eliza Alves Costa" userId="S::1078276@sga.pucminas.br::c138fc88-73c0-47e1-b788-3e194ec42aa1" providerId="AD" clId="Web-{96BF206F-46DB-4594-BDB9-21A70BECAD3C}" dt="2025-05-04T22:06:05.034" v="761"/>
          <ac:spMkLst>
            <pc:docMk/>
            <pc:sldMk cId="3361300983" sldId="297"/>
            <ac:spMk id="2" creationId="{9F611DA3-0670-508A-3416-0F886BCC6858}"/>
          </ac:spMkLst>
        </pc:spChg>
        <pc:spChg chg="del">
          <ac:chgData name="Mariana Eliza Alves Costa" userId="S::1078276@sga.pucminas.br::c138fc88-73c0-47e1-b788-3e194ec42aa1" providerId="AD" clId="Web-{96BF206F-46DB-4594-BDB9-21A70BECAD3C}" dt="2025-05-04T20:56:57.058" v="57"/>
          <ac:spMkLst>
            <pc:docMk/>
            <pc:sldMk cId="3361300983" sldId="297"/>
            <ac:spMk id="3" creationId="{396F1095-6413-ADD5-4293-EADC1EE5F329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0:57:13.527" v="62"/>
          <ac:spMkLst>
            <pc:docMk/>
            <pc:sldMk cId="3361300983" sldId="297"/>
            <ac:spMk id="8" creationId="{E5F8CFCE-8C15-CC9D-1A32-F7C59E2EC62D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5:02.485" v="747"/>
          <ac:spMkLst>
            <pc:docMk/>
            <pc:sldMk cId="3361300983" sldId="297"/>
            <ac:spMk id="11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5:27.517" v="754"/>
          <ac:spMkLst>
            <pc:docMk/>
            <pc:sldMk cId="3361300983" sldId="297"/>
            <ac:spMk id="21" creationId="{46B9231A-B34B-4A29-A6AC-532E1EE81575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5:24.767" v="751"/>
          <ac:spMkLst>
            <pc:docMk/>
            <pc:sldMk cId="3361300983" sldId="297"/>
            <ac:spMk id="31" creationId="{46B9231A-B34B-4A29-A6AC-532E1EE81575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5:27.486" v="753"/>
          <ac:spMkLst>
            <pc:docMk/>
            <pc:sldMk cId="3361300983" sldId="297"/>
            <ac:spMk id="37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5:27.486" v="753"/>
          <ac:spMkLst>
            <pc:docMk/>
            <pc:sldMk cId="3361300983" sldId="297"/>
            <ac:spMk id="39" creationId="{9E9D00D9-C4F5-471E-BE2C-126CB112A6BD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5:50.612" v="756"/>
          <ac:spMkLst>
            <pc:docMk/>
            <pc:sldMk cId="3361300983" sldId="297"/>
            <ac:spMk id="42" creationId="{46B9231A-B34B-4A29-A6AC-532E1EE81575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6:05.034" v="761"/>
          <ac:spMkLst>
            <pc:docMk/>
            <pc:sldMk cId="3361300983" sldId="297"/>
            <ac:spMk id="52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6:05.034" v="761"/>
          <ac:spMkLst>
            <pc:docMk/>
            <pc:sldMk cId="3361300983" sldId="297"/>
            <ac:spMk id="54" creationId="{9E9D00D9-C4F5-471E-BE2C-126CB112A6BD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06:05.034" v="761"/>
          <ac:spMkLst>
            <pc:docMk/>
            <pc:sldMk cId="3361300983" sldId="297"/>
            <ac:spMk id="63" creationId="{46B9231A-B34B-4A29-A6AC-532E1EE81575}"/>
          </ac:spMkLst>
        </pc:spChg>
        <pc:picChg chg="add del mod ord modCrop">
          <ac:chgData name="Mariana Eliza Alves Costa" userId="S::1078276@sga.pucminas.br::c138fc88-73c0-47e1-b788-3e194ec42aa1" providerId="AD" clId="Web-{96BF206F-46DB-4594-BDB9-21A70BECAD3C}" dt="2025-05-04T22:04:57.423" v="746"/>
          <ac:picMkLst>
            <pc:docMk/>
            <pc:sldMk cId="3361300983" sldId="297"/>
            <ac:picMk id="4" creationId="{AF033B12-F221-CB28-B1E1-9023812D7A84}"/>
          </ac:picMkLst>
        </pc:picChg>
        <pc:picChg chg="add del">
          <ac:chgData name="Mariana Eliza Alves Costa" userId="S::1078276@sga.pucminas.br::c138fc88-73c0-47e1-b788-3e194ec42aa1" providerId="AD" clId="Web-{96BF206F-46DB-4594-BDB9-21A70BECAD3C}" dt="2025-05-04T22:05:16.798" v="749"/>
          <ac:picMkLst>
            <pc:docMk/>
            <pc:sldMk cId="3361300983" sldId="297"/>
            <ac:picMk id="15" creationId="{F4608015-D8E1-ED9C-59C4-F42AB9DE7FDA}"/>
          </ac:picMkLst>
        </pc:picChg>
        <pc:picChg chg="add del">
          <ac:chgData name="Mariana Eliza Alves Costa" userId="S::1078276@sga.pucminas.br::c138fc88-73c0-47e1-b788-3e194ec42aa1" providerId="AD" clId="Web-{96BF206F-46DB-4594-BDB9-21A70BECAD3C}" dt="2025-05-04T22:05:24.767" v="751"/>
          <ac:picMkLst>
            <pc:docMk/>
            <pc:sldMk cId="3361300983" sldId="297"/>
            <ac:picMk id="25" creationId="{29C9AF60-170C-1545-743B-A2FF5FE12AFD}"/>
          </ac:picMkLst>
        </pc:picChg>
        <pc:picChg chg="add del">
          <ac:chgData name="Mariana Eliza Alves Costa" userId="S::1078276@sga.pucminas.br::c138fc88-73c0-47e1-b788-3e194ec42aa1" providerId="AD" clId="Web-{96BF206F-46DB-4594-BDB9-21A70BECAD3C}" dt="2025-05-04T22:05:27.486" v="753"/>
          <ac:picMkLst>
            <pc:docMk/>
            <pc:sldMk cId="3361300983" sldId="297"/>
            <ac:picMk id="38" creationId="{24AACF53-778F-8121-18AF-975414447CB2}"/>
          </ac:picMkLst>
        </pc:picChg>
        <pc:picChg chg="add del">
          <ac:chgData name="Mariana Eliza Alves Costa" userId="S::1078276@sga.pucminas.br::c138fc88-73c0-47e1-b788-3e194ec42aa1" providerId="AD" clId="Web-{96BF206F-46DB-4594-BDB9-21A70BECAD3C}" dt="2025-05-04T22:05:35.580" v="755"/>
          <ac:picMkLst>
            <pc:docMk/>
            <pc:sldMk cId="3361300983" sldId="297"/>
            <ac:picMk id="43" creationId="{29C9AF60-170C-1545-743B-A2FF5FE12AFD}"/>
          </ac:picMkLst>
        </pc:picChg>
        <pc:picChg chg="add mod">
          <ac:chgData name="Mariana Eliza Alves Costa" userId="S::1078276@sga.pucminas.br::c138fc88-73c0-47e1-b788-3e194ec42aa1" providerId="AD" clId="Web-{96BF206F-46DB-4594-BDB9-21A70BECAD3C}" dt="2025-05-04T22:06:05.034" v="761"/>
          <ac:picMkLst>
            <pc:docMk/>
            <pc:sldMk cId="3361300983" sldId="297"/>
            <ac:picMk id="46" creationId="{5FB0B02B-3993-3700-B238-88C816697F56}"/>
          </ac:picMkLst>
        </pc:picChg>
        <pc:cxnChg chg="add del">
          <ac:chgData name="Mariana Eliza Alves Costa" userId="S::1078276@sga.pucminas.br::c138fc88-73c0-47e1-b788-3e194ec42aa1" providerId="AD" clId="Web-{96BF206F-46DB-4594-BDB9-21A70BECAD3C}" dt="2025-05-04T22:05:02.485" v="747"/>
          <ac:cxnSpMkLst>
            <pc:docMk/>
            <pc:sldMk cId="3361300983" sldId="297"/>
            <ac:cxnSpMk id="13" creationId="{753FE100-D0AB-4AE2-824B-60CFA31EC6A2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5:27.517" v="754"/>
          <ac:cxnSpMkLst>
            <pc:docMk/>
            <pc:sldMk cId="3361300983" sldId="297"/>
            <ac:cxnSpMk id="19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5:27.517" v="754"/>
          <ac:cxnSpMkLst>
            <pc:docMk/>
            <pc:sldMk cId="3361300983" sldId="297"/>
            <ac:cxnSpMk id="23" creationId="{F0CE0765-E93C-4D37-9D5F-D464EFB10FA7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5:24.767" v="751"/>
          <ac:cxnSpMkLst>
            <pc:docMk/>
            <pc:sldMk cId="3361300983" sldId="297"/>
            <ac:cxnSpMk id="29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5:24.767" v="751"/>
          <ac:cxnSpMkLst>
            <pc:docMk/>
            <pc:sldMk cId="3361300983" sldId="297"/>
            <ac:cxnSpMk id="33" creationId="{F0CE0765-E93C-4D37-9D5F-D464EFB10FA7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5:27.486" v="753"/>
          <ac:cxnSpMkLst>
            <pc:docMk/>
            <pc:sldMk cId="3361300983" sldId="297"/>
            <ac:cxnSpMk id="35" creationId="{97CC2FE6-3AD0-4131-B4BC-1F4D65E25E13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5:27.486" v="753"/>
          <ac:cxnSpMkLst>
            <pc:docMk/>
            <pc:sldMk cId="3361300983" sldId="297"/>
            <ac:cxnSpMk id="36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5:50.612" v="756"/>
          <ac:cxnSpMkLst>
            <pc:docMk/>
            <pc:sldMk cId="3361300983" sldId="297"/>
            <ac:cxnSpMk id="41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5:50.612" v="756"/>
          <ac:cxnSpMkLst>
            <pc:docMk/>
            <pc:sldMk cId="3361300983" sldId="297"/>
            <ac:cxnSpMk id="44" creationId="{F0CE0765-E93C-4D37-9D5F-D464EFB10FA7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6:05.034" v="761"/>
          <ac:cxnSpMkLst>
            <pc:docMk/>
            <pc:sldMk cId="3361300983" sldId="297"/>
            <ac:cxnSpMk id="50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6:05.034" v="761"/>
          <ac:cxnSpMkLst>
            <pc:docMk/>
            <pc:sldMk cId="3361300983" sldId="297"/>
            <ac:cxnSpMk id="56" creationId="{97CC2FE6-3AD0-4131-B4BC-1F4D65E25E13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6:05.034" v="761"/>
          <ac:cxnSpMkLst>
            <pc:docMk/>
            <pc:sldMk cId="3361300983" sldId="297"/>
            <ac:cxnSpMk id="61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6:05.034" v="761"/>
          <ac:cxnSpMkLst>
            <pc:docMk/>
            <pc:sldMk cId="3361300983" sldId="297"/>
            <ac:cxnSpMk id="65" creationId="{F0CE0765-E93C-4D37-9D5F-D464EFB10FA7}"/>
          </ac:cxnSpMkLst>
        </pc:cxnChg>
      </pc:sldChg>
      <pc:sldChg chg="addSp delSp modSp new del mod setBg">
        <pc:chgData name="Mariana Eliza Alves Costa" userId="S::1078276@sga.pucminas.br::c138fc88-73c0-47e1-b788-3e194ec42aa1" providerId="AD" clId="Web-{96BF206F-46DB-4594-BDB9-21A70BECAD3C}" dt="2025-05-04T21:13:16.517" v="114"/>
        <pc:sldMkLst>
          <pc:docMk/>
          <pc:sldMk cId="4284390741" sldId="298"/>
        </pc:sldMkLst>
        <pc:spChg chg="mod">
          <ac:chgData name="Mariana Eliza Alves Costa" userId="S::1078276@sga.pucminas.br::c138fc88-73c0-47e1-b788-3e194ec42aa1" providerId="AD" clId="Web-{96BF206F-46DB-4594-BDB9-21A70BECAD3C}" dt="2025-05-04T21:11:02.560" v="92"/>
          <ac:spMkLst>
            <pc:docMk/>
            <pc:sldMk cId="4284390741" sldId="298"/>
            <ac:spMk id="2" creationId="{ED792D9B-819D-C132-52EC-1E526D9B1D6E}"/>
          </ac:spMkLst>
        </pc:spChg>
        <pc:spChg chg="del mod">
          <ac:chgData name="Mariana Eliza Alves Costa" userId="S::1078276@sga.pucminas.br::c138fc88-73c0-47e1-b788-3e194ec42aa1" providerId="AD" clId="Web-{96BF206F-46DB-4594-BDB9-21A70BECAD3C}" dt="2025-05-04T21:10:53.872" v="91"/>
          <ac:spMkLst>
            <pc:docMk/>
            <pc:sldMk cId="4284390741" sldId="298"/>
            <ac:spMk id="3" creationId="{5A5EA50B-CDBF-657A-6DA4-6A4B93DA1E02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1:11:02.560" v="92"/>
          <ac:spMkLst>
            <pc:docMk/>
            <pc:sldMk cId="4284390741" sldId="298"/>
            <ac:spMk id="9" creationId="{DBDA151C-5770-45E4-AAFF-59E7F403866D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1:11:02.560" v="92"/>
          <ac:spMkLst>
            <pc:docMk/>
            <pc:sldMk cId="4284390741" sldId="298"/>
            <ac:spMk id="16" creationId="{A637580D-1176-4083-A9A1-BD8ED08996EC}"/>
          </ac:spMkLst>
        </pc:spChg>
        <pc:graphicFrameChg chg="add mod modGraphic">
          <ac:chgData name="Mariana Eliza Alves Costa" userId="S::1078276@sga.pucminas.br::c138fc88-73c0-47e1-b788-3e194ec42aa1" providerId="AD" clId="Web-{96BF206F-46DB-4594-BDB9-21A70BECAD3C}" dt="2025-05-04T21:11:02.560" v="92"/>
          <ac:graphicFrameMkLst>
            <pc:docMk/>
            <pc:sldMk cId="4284390741" sldId="298"/>
            <ac:graphicFrameMk id="5" creationId="{096B646A-FBF2-A89A-F32E-38847172F6B9}"/>
          </ac:graphicFrameMkLst>
        </pc:graphicFrameChg>
        <pc:cxnChg chg="add del">
          <ac:chgData name="Mariana Eliza Alves Costa" userId="S::1078276@sga.pucminas.br::c138fc88-73c0-47e1-b788-3e194ec42aa1" providerId="AD" clId="Web-{96BF206F-46DB-4594-BDB9-21A70BECAD3C}" dt="2025-05-04T21:11:02.560" v="92"/>
          <ac:cxnSpMkLst>
            <pc:docMk/>
            <pc:sldMk cId="4284390741" sldId="298"/>
            <ac:cxnSpMk id="11" creationId="{E62D3963-2153-4637-96E6-E31BD2CE5D0D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1:11:02.560" v="92"/>
          <ac:cxnSpMkLst>
            <pc:docMk/>
            <pc:sldMk cId="4284390741" sldId="298"/>
            <ac:cxnSpMk id="18" creationId="{B9C96FDC-E4C2-7D8A-44BA-572E7CD9E899}"/>
          </ac:cxnSpMkLst>
        </pc:cxnChg>
      </pc:sldChg>
      <pc:sldChg chg="modSp new del">
        <pc:chgData name="Mariana Eliza Alves Costa" userId="S::1078276@sga.pucminas.br::c138fc88-73c0-47e1-b788-3e194ec42aa1" providerId="AD" clId="Web-{96BF206F-46DB-4594-BDB9-21A70BECAD3C}" dt="2025-05-04T21:13:17.705" v="116"/>
        <pc:sldMkLst>
          <pc:docMk/>
          <pc:sldMk cId="2580112789" sldId="299"/>
        </pc:sldMkLst>
        <pc:spChg chg="mod">
          <ac:chgData name="Mariana Eliza Alves Costa" userId="S::1078276@sga.pucminas.br::c138fc88-73c0-47e1-b788-3e194ec42aa1" providerId="AD" clId="Web-{96BF206F-46DB-4594-BDB9-21A70BECAD3C}" dt="2025-05-04T21:10:39.731" v="88" actId="20577"/>
          <ac:spMkLst>
            <pc:docMk/>
            <pc:sldMk cId="2580112789" sldId="299"/>
            <ac:spMk id="2" creationId="{64B40F2F-C2AD-B9F8-1A62-BB4FBC01D08E}"/>
          </ac:spMkLst>
        </pc:spChg>
        <pc:spChg chg="mod">
          <ac:chgData name="Mariana Eliza Alves Costa" userId="S::1078276@sga.pucminas.br::c138fc88-73c0-47e1-b788-3e194ec42aa1" providerId="AD" clId="Web-{96BF206F-46DB-4594-BDB9-21A70BECAD3C}" dt="2025-05-04T21:10:46.981" v="90" actId="20577"/>
          <ac:spMkLst>
            <pc:docMk/>
            <pc:sldMk cId="2580112789" sldId="299"/>
            <ac:spMk id="3" creationId="{706545BE-A1C9-B5FD-3468-51F442E04B1E}"/>
          </ac:spMkLst>
        </pc:spChg>
      </pc:sldChg>
      <pc:sldChg chg="add del replId">
        <pc:chgData name="Mariana Eliza Alves Costa" userId="S::1078276@sga.pucminas.br::c138fc88-73c0-47e1-b788-3e194ec42aa1" providerId="AD" clId="Web-{96BF206F-46DB-4594-BDB9-21A70BECAD3C}" dt="2025-05-04T21:13:17.642" v="115"/>
        <pc:sldMkLst>
          <pc:docMk/>
          <pc:sldMk cId="728404247" sldId="300"/>
        </pc:sldMkLst>
      </pc:sldChg>
      <pc:sldChg chg="modSp new del">
        <pc:chgData name="Mariana Eliza Alves Costa" userId="S::1078276@sga.pucminas.br::c138fc88-73c0-47e1-b788-3e194ec42aa1" providerId="AD" clId="Web-{96BF206F-46DB-4594-BDB9-21A70BECAD3C}" dt="2025-05-04T21:10:32.325" v="87"/>
        <pc:sldMkLst>
          <pc:docMk/>
          <pc:sldMk cId="3711170612" sldId="300"/>
        </pc:sldMkLst>
        <pc:spChg chg="mod">
          <ac:chgData name="Mariana Eliza Alves Costa" userId="S::1078276@sga.pucminas.br::c138fc88-73c0-47e1-b788-3e194ec42aa1" providerId="AD" clId="Web-{96BF206F-46DB-4594-BDB9-21A70BECAD3C}" dt="2025-05-04T21:10:31.856" v="86" actId="20577"/>
          <ac:spMkLst>
            <pc:docMk/>
            <pc:sldMk cId="3711170612" sldId="300"/>
            <ac:spMk id="2" creationId="{E88B66F4-5A1C-42AA-E659-FC517A5773ED}"/>
          </ac:spMkLst>
        </pc:spChg>
      </pc:sldChg>
      <pc:sldChg chg="modSp add del replId">
        <pc:chgData name="Mariana Eliza Alves Costa" userId="S::1078276@sga.pucminas.br::c138fc88-73c0-47e1-b788-3e194ec42aa1" providerId="AD" clId="Web-{96BF206F-46DB-4594-BDB9-21A70BECAD3C}" dt="2025-05-04T21:13:16.424" v="113"/>
        <pc:sldMkLst>
          <pc:docMk/>
          <pc:sldMk cId="3562542132" sldId="301"/>
        </pc:sldMkLst>
        <pc:spChg chg="mod">
          <ac:chgData name="Mariana Eliza Alves Costa" userId="S::1078276@sga.pucminas.br::c138fc88-73c0-47e1-b788-3e194ec42aa1" providerId="AD" clId="Web-{96BF206F-46DB-4594-BDB9-21A70BECAD3C}" dt="2025-05-04T21:12:18" v="97" actId="20577"/>
          <ac:spMkLst>
            <pc:docMk/>
            <pc:sldMk cId="3562542132" sldId="301"/>
            <ac:spMk id="37" creationId="{C8039F1D-828A-20A0-C31C-98EC63CFD057}"/>
          </ac:spMkLst>
        </pc:spChg>
        <pc:graphicFrameChg chg="modGraphic">
          <ac:chgData name="Mariana Eliza Alves Costa" userId="S::1078276@sga.pucminas.br::c138fc88-73c0-47e1-b788-3e194ec42aa1" providerId="AD" clId="Web-{96BF206F-46DB-4594-BDB9-21A70BECAD3C}" dt="2025-05-04T21:12:14.281" v="96" actId="20577"/>
          <ac:graphicFrameMkLst>
            <pc:docMk/>
            <pc:sldMk cId="3562542132" sldId="301"/>
            <ac:graphicFrameMk id="5" creationId="{A06FFAF4-8C8A-9C09-E959-68D0C6959F73}"/>
          </ac:graphicFrameMkLst>
        </pc:graphicFrameChg>
      </pc:sldChg>
      <pc:sldChg chg="modSp add replId">
        <pc:chgData name="Mariana Eliza Alves Costa" userId="S::1078276@sga.pucminas.br::c138fc88-73c0-47e1-b788-3e194ec42aa1" providerId="AD" clId="Web-{96BF206F-46DB-4594-BDB9-21A70BECAD3C}" dt="2025-05-04T21:12:35.860" v="103" actId="20577"/>
        <pc:sldMkLst>
          <pc:docMk/>
          <pc:sldMk cId="3404387036" sldId="302"/>
        </pc:sldMkLst>
        <pc:spChg chg="mod">
          <ac:chgData name="Mariana Eliza Alves Costa" userId="S::1078276@sga.pucminas.br::c138fc88-73c0-47e1-b788-3e194ec42aa1" providerId="AD" clId="Web-{96BF206F-46DB-4594-BDB9-21A70BECAD3C}" dt="2025-05-04T21:12:35.860" v="103" actId="20577"/>
          <ac:spMkLst>
            <pc:docMk/>
            <pc:sldMk cId="3404387036" sldId="302"/>
            <ac:spMk id="37" creationId="{18AD89BE-E016-72E7-9EBD-4A66D415A136}"/>
          </ac:spMkLst>
        </pc:spChg>
        <pc:graphicFrameChg chg="modGraphic">
          <ac:chgData name="Mariana Eliza Alves Costa" userId="S::1078276@sga.pucminas.br::c138fc88-73c0-47e1-b788-3e194ec42aa1" providerId="AD" clId="Web-{96BF206F-46DB-4594-BDB9-21A70BECAD3C}" dt="2025-05-04T21:12:32.188" v="102" actId="20577"/>
          <ac:graphicFrameMkLst>
            <pc:docMk/>
            <pc:sldMk cId="3404387036" sldId="302"/>
            <ac:graphicFrameMk id="5" creationId="{BC1AE4A7-5D9A-3019-0003-39F8985ACB70}"/>
          </ac:graphicFrameMkLst>
        </pc:graphicFrameChg>
      </pc:sldChg>
      <pc:sldChg chg="new del">
        <pc:chgData name="Mariana Eliza Alves Costa" userId="S::1078276@sga.pucminas.br::c138fc88-73c0-47e1-b788-3e194ec42aa1" providerId="AD" clId="Web-{96BF206F-46DB-4594-BDB9-21A70BECAD3C}" dt="2025-05-04T21:13:15.221" v="112"/>
        <pc:sldMkLst>
          <pc:docMk/>
          <pc:sldMk cId="1713960832" sldId="303"/>
        </pc:sldMkLst>
      </pc:sldChg>
      <pc:sldChg chg="modSp add replId">
        <pc:chgData name="Mariana Eliza Alves Costa" userId="S::1078276@sga.pucminas.br::c138fc88-73c0-47e1-b788-3e194ec42aa1" providerId="AD" clId="Web-{96BF206F-46DB-4594-BDB9-21A70BECAD3C}" dt="2025-05-04T21:13:11.345" v="111"/>
        <pc:sldMkLst>
          <pc:docMk/>
          <pc:sldMk cId="3744434825" sldId="304"/>
        </pc:sldMkLst>
        <pc:spChg chg="mod">
          <ac:chgData name="Mariana Eliza Alves Costa" userId="S::1078276@sga.pucminas.br::c138fc88-73c0-47e1-b788-3e194ec42aa1" providerId="AD" clId="Web-{96BF206F-46DB-4594-BDB9-21A70BECAD3C}" dt="2025-05-04T21:12:47.829" v="106" actId="20577"/>
          <ac:spMkLst>
            <pc:docMk/>
            <pc:sldMk cId="3744434825" sldId="304"/>
            <ac:spMk id="37" creationId="{8A559DD5-7C97-9A05-6DA4-1390F670EB4F}"/>
          </ac:spMkLst>
        </pc:spChg>
        <pc:graphicFrameChg chg="modGraphic">
          <ac:chgData name="Mariana Eliza Alves Costa" userId="S::1078276@sga.pucminas.br::c138fc88-73c0-47e1-b788-3e194ec42aa1" providerId="AD" clId="Web-{96BF206F-46DB-4594-BDB9-21A70BECAD3C}" dt="2025-05-04T21:13:11.345" v="111"/>
          <ac:graphicFrameMkLst>
            <pc:docMk/>
            <pc:sldMk cId="3744434825" sldId="304"/>
            <ac:graphicFrameMk id="5" creationId="{64FFB327-79C9-CF2F-3097-1284F46A05F4}"/>
          </ac:graphicFrameMkLst>
        </pc:graphicFrameChg>
      </pc:sldChg>
      <pc:sldChg chg="addSp delSp modSp new mod setBg modClrScheme delDesignElem chgLayout">
        <pc:chgData name="Mariana Eliza Alves Costa" userId="S::1078276@sga.pucminas.br::c138fc88-73c0-47e1-b788-3e194ec42aa1" providerId="AD" clId="Web-{96BF206F-46DB-4594-BDB9-21A70BECAD3C}" dt="2025-05-04T21:55:44.748" v="678" actId="14100"/>
        <pc:sldMkLst>
          <pc:docMk/>
          <pc:sldMk cId="1208357050" sldId="305"/>
        </pc:sldMkLst>
        <pc:spChg chg="del">
          <ac:chgData name="Mariana Eliza Alves Costa" userId="S::1078276@sga.pucminas.br::c138fc88-73c0-47e1-b788-3e194ec42aa1" providerId="AD" clId="Web-{96BF206F-46DB-4594-BDB9-21A70BECAD3C}" dt="2025-05-04T21:19:38.328" v="123"/>
          <ac:spMkLst>
            <pc:docMk/>
            <pc:sldMk cId="1208357050" sldId="305"/>
            <ac:spMk id="2" creationId="{CE87079A-CB36-0891-8F87-FC0A9781A881}"/>
          </ac:spMkLst>
        </pc:spChg>
        <pc:spChg chg="del mod">
          <ac:chgData name="Mariana Eliza Alves Costa" userId="S::1078276@sga.pucminas.br::c138fc88-73c0-47e1-b788-3e194ec42aa1" providerId="AD" clId="Web-{96BF206F-46DB-4594-BDB9-21A70BECAD3C}" dt="2025-05-04T21:19:35.297" v="122"/>
          <ac:spMkLst>
            <pc:docMk/>
            <pc:sldMk cId="1208357050" sldId="305"/>
            <ac:spMk id="3" creationId="{D8406DB1-01D6-4F96-11D2-16909AAF952B}"/>
          </ac:spMkLst>
        </pc:spChg>
        <pc:spChg chg="add del mod">
          <ac:chgData name="Mariana Eliza Alves Costa" userId="S::1078276@sga.pucminas.br::c138fc88-73c0-47e1-b788-3e194ec42aa1" providerId="AD" clId="Web-{96BF206F-46DB-4594-BDB9-21A70BECAD3C}" dt="2025-05-04T21:19:27.859" v="121"/>
          <ac:spMkLst>
            <pc:docMk/>
            <pc:sldMk cId="1208357050" sldId="305"/>
            <ac:spMk id="4" creationId="{869FF779-FD9B-9A2F-137A-4FD9E58A0051}"/>
          </ac:spMkLst>
        </pc:spChg>
        <pc:spChg chg="add del mod">
          <ac:chgData name="Mariana Eliza Alves Costa" userId="S::1078276@sga.pucminas.br::c138fc88-73c0-47e1-b788-3e194ec42aa1" providerId="AD" clId="Web-{96BF206F-46DB-4594-BDB9-21A70BECAD3C}" dt="2025-05-04T21:25:36.340" v="203"/>
          <ac:spMkLst>
            <pc:docMk/>
            <pc:sldMk cId="1208357050" sldId="305"/>
            <ac:spMk id="5" creationId="{FB0E4AA6-BA65-CB3D-4239-39352863162F}"/>
          </ac:spMkLst>
        </pc:spChg>
        <pc:spChg chg="add del mod">
          <ac:chgData name="Mariana Eliza Alves Costa" userId="S::1078276@sga.pucminas.br::c138fc88-73c0-47e1-b788-3e194ec42aa1" providerId="AD" clId="Web-{96BF206F-46DB-4594-BDB9-21A70BECAD3C}" dt="2025-05-04T21:25:37.981" v="204"/>
          <ac:spMkLst>
            <pc:docMk/>
            <pc:sldMk cId="1208357050" sldId="305"/>
            <ac:spMk id="6" creationId="{5883B849-98E0-461E-9D53-36E16B6BC3E0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9:00.871" v="567"/>
          <ac:spMkLst>
            <pc:docMk/>
            <pc:sldMk cId="1208357050" sldId="305"/>
            <ac:spMk id="7" creationId="{64BD2227-4298-495B-F6D3-CA83E1718734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50:23.014" v="589"/>
          <ac:spMkLst>
            <pc:docMk/>
            <pc:sldMk cId="1208357050" sldId="305"/>
            <ac:spMk id="8" creationId="{53578AD7-C3D9-2A43-98C6-71B7A863CEF1}"/>
          </ac:spMkLst>
        </pc:spChg>
        <pc:spChg chg="add del mod">
          <ac:chgData name="Mariana Eliza Alves Costa" userId="S::1078276@sga.pucminas.br::c138fc88-73c0-47e1-b788-3e194ec42aa1" providerId="AD" clId="Web-{96BF206F-46DB-4594-BDB9-21A70BECAD3C}" dt="2025-05-04T21:27:13.859" v="212"/>
          <ac:spMkLst>
            <pc:docMk/>
            <pc:sldMk cId="1208357050" sldId="305"/>
            <ac:spMk id="9" creationId="{B3924DBA-BD08-C8B1-3F65-17C3B7CBCC60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55.699" v="563"/>
          <ac:spMkLst>
            <pc:docMk/>
            <pc:sldMk cId="1208357050" sldId="305"/>
            <ac:spMk id="10" creationId="{15DFF8A8-6543-8A0E-3153-3C592954A4E2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1:21:11.612" v="126"/>
          <ac:spMkLst>
            <pc:docMk/>
            <pc:sldMk cId="1208357050" sldId="305"/>
            <ac:spMk id="11" creationId="{19F9BF86-FE94-4517-B97D-026C7515E589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55.699" v="564"/>
          <ac:spMkLst>
            <pc:docMk/>
            <pc:sldMk cId="1208357050" sldId="305"/>
            <ac:spMk id="12" creationId="{857C872D-8275-C24D-CF7D-C75B016F3657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55.699" v="565"/>
          <ac:spMkLst>
            <pc:docMk/>
            <pc:sldMk cId="1208357050" sldId="305"/>
            <ac:spMk id="14" creationId="{0CA6BD23-9173-C18E-3BEB-CD62775EC941}"/>
          </ac:spMkLst>
        </pc:spChg>
        <pc:spChg chg="add del mod">
          <ac:chgData name="Mariana Eliza Alves Costa" userId="S::1078276@sga.pucminas.br::c138fc88-73c0-47e1-b788-3e194ec42aa1" providerId="AD" clId="Web-{96BF206F-46DB-4594-BDB9-21A70BECAD3C}" dt="2025-05-04T21:25:47.419" v="206"/>
          <ac:spMkLst>
            <pc:docMk/>
            <pc:sldMk cId="1208357050" sldId="305"/>
            <ac:spMk id="15" creationId="{19F9BF86-FE94-4517-B97D-026C7515E589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55.793" v="566"/>
          <ac:spMkLst>
            <pc:docMk/>
            <pc:sldMk cId="1208357050" sldId="305"/>
            <ac:spMk id="17" creationId="{8A7A7881-18EA-A4DA-6DE8-A463FD6790E4}"/>
          </ac:spMkLst>
        </pc:spChg>
        <pc:spChg chg="add del mod">
          <ac:chgData name="Mariana Eliza Alves Costa" userId="S::1078276@sga.pucminas.br::c138fc88-73c0-47e1-b788-3e194ec42aa1" providerId="AD" clId="Web-{96BF206F-46DB-4594-BDB9-21A70BECAD3C}" dt="2025-05-04T21:25:39.669" v="205"/>
          <ac:spMkLst>
            <pc:docMk/>
            <pc:sldMk cId="1208357050" sldId="305"/>
            <ac:spMk id="19" creationId="{54291D60-4BDC-8C6D-D3DA-DB53F23ACDAB}"/>
          </ac:spMkLst>
        </pc:spChg>
        <pc:spChg chg="add del mod ord">
          <ac:chgData name="Mariana Eliza Alves Costa" userId="S::1078276@sga.pucminas.br::c138fc88-73c0-47e1-b788-3e194ec42aa1" providerId="AD" clId="Web-{96BF206F-46DB-4594-BDB9-21A70BECAD3C}" dt="2025-05-04T21:25:50.247" v="207"/>
          <ac:spMkLst>
            <pc:docMk/>
            <pc:sldMk cId="1208357050" sldId="305"/>
            <ac:spMk id="20" creationId="{DA1C79E5-64A3-B2C4-5CC8-34061C23BE15}"/>
          </ac:spMkLst>
        </pc:spChg>
        <pc:spChg chg="add del mod ord">
          <ac:chgData name="Mariana Eliza Alves Costa" userId="S::1078276@sga.pucminas.br::c138fc88-73c0-47e1-b788-3e194ec42aa1" providerId="AD" clId="Web-{96BF206F-46DB-4594-BDB9-21A70BECAD3C}" dt="2025-05-04T21:25:51.778" v="208"/>
          <ac:spMkLst>
            <pc:docMk/>
            <pc:sldMk cId="1208357050" sldId="305"/>
            <ac:spMk id="21" creationId="{F04681FE-B6AB-BD3E-5966-674FD4E32F16}"/>
          </ac:spMkLst>
        </pc:spChg>
        <pc:spChg chg="add del mod">
          <ac:chgData name="Mariana Eliza Alves Costa" userId="S::1078276@sga.pucminas.br::c138fc88-73c0-47e1-b788-3e194ec42aa1" providerId="AD" clId="Web-{96BF206F-46DB-4594-BDB9-21A70BECAD3C}" dt="2025-05-04T21:29:52.647" v="270"/>
          <ac:spMkLst>
            <pc:docMk/>
            <pc:sldMk cId="1208357050" sldId="305"/>
            <ac:spMk id="22" creationId="{558759C4-8F03-163B-C81A-E6280B333941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46.355" v="554"/>
          <ac:spMkLst>
            <pc:docMk/>
            <pc:sldMk cId="1208357050" sldId="305"/>
            <ac:spMk id="23" creationId="{07B91D47-266A-FD36-75E3-ECBA5AD49629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46.355" v="555"/>
          <ac:spMkLst>
            <pc:docMk/>
            <pc:sldMk cId="1208357050" sldId="305"/>
            <ac:spMk id="24" creationId="{71EF3342-53A2-3D46-158F-0E2D64FB49D7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46.355" v="556"/>
          <ac:spMkLst>
            <pc:docMk/>
            <pc:sldMk cId="1208357050" sldId="305"/>
            <ac:spMk id="25" creationId="{BF5B7249-3D15-B6D9-F991-55FDABC0D816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46.355" v="557"/>
          <ac:spMkLst>
            <pc:docMk/>
            <pc:sldMk cId="1208357050" sldId="305"/>
            <ac:spMk id="26" creationId="{EB406FC5-D372-E306-72FD-990AFBBBCA5E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46.355" v="558"/>
          <ac:spMkLst>
            <pc:docMk/>
            <pc:sldMk cId="1208357050" sldId="305"/>
            <ac:spMk id="27" creationId="{8DCFE7B6-3AFF-83A0-A5B4-F7973CBF61E1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46.355" v="559"/>
          <ac:spMkLst>
            <pc:docMk/>
            <pc:sldMk cId="1208357050" sldId="305"/>
            <ac:spMk id="28" creationId="{57F27216-E386-6AB2-3ADB-AC5B4CDC800C}"/>
          </ac:spMkLst>
        </pc:spChg>
        <pc:spChg chg="add mod">
          <ac:chgData name="Mariana Eliza Alves Costa" userId="S::1078276@sga.pucminas.br::c138fc88-73c0-47e1-b788-3e194ec42aa1" providerId="AD" clId="Web-{96BF206F-46DB-4594-BDB9-21A70BECAD3C}" dt="2025-05-04T21:48:46.355" v="560"/>
          <ac:spMkLst>
            <pc:docMk/>
            <pc:sldMk cId="1208357050" sldId="305"/>
            <ac:spMk id="29" creationId="{298005B5-27BE-5390-41BD-66CF309E06D8}"/>
          </ac:spMkLst>
        </pc:spChg>
        <pc:spChg chg="add del mod">
          <ac:chgData name="Mariana Eliza Alves Costa" userId="S::1078276@sga.pucminas.br::c138fc88-73c0-47e1-b788-3e194ec42aa1" providerId="AD" clId="Web-{96BF206F-46DB-4594-BDB9-21A70BECAD3C}" dt="2025-05-04T21:52:43.883" v="628"/>
          <ac:spMkLst>
            <pc:docMk/>
            <pc:sldMk cId="1208357050" sldId="305"/>
            <ac:spMk id="30" creationId="{1DF297D3-F69A-291E-A160-B527556CF884}"/>
          </ac:spMkLst>
        </pc:spChg>
        <pc:grpChg chg="add mod">
          <ac:chgData name="Mariana Eliza Alves Costa" userId="S::1078276@sga.pucminas.br::c138fc88-73c0-47e1-b788-3e194ec42aa1" providerId="AD" clId="Web-{96BF206F-46DB-4594-BDB9-21A70BECAD3C}" dt="2025-05-04T21:53:00.321" v="631" actId="1076"/>
          <ac:grpSpMkLst>
            <pc:docMk/>
            <pc:sldMk cId="1208357050" sldId="305"/>
            <ac:grpSpMk id="31" creationId="{075576BE-F92A-D902-7783-695C145AAA6E}"/>
          </ac:grpSpMkLst>
        </pc:grpChg>
        <pc:grpChg chg="add del mod">
          <ac:chgData name="Mariana Eliza Alves Costa" userId="S::1078276@sga.pucminas.br::c138fc88-73c0-47e1-b788-3e194ec42aa1" providerId="AD" clId="Web-{96BF206F-46DB-4594-BDB9-21A70BECAD3C}" dt="2025-05-04T21:50:43.499" v="593"/>
          <ac:grpSpMkLst>
            <pc:docMk/>
            <pc:sldMk cId="1208357050" sldId="305"/>
            <ac:grpSpMk id="32" creationId="{1CE5AECF-F4A4-6269-58C0-FC87E832C944}"/>
          </ac:grpSpMkLst>
        </pc:grpChg>
        <pc:cxnChg chg="add del">
          <ac:chgData name="Mariana Eliza Alves Costa" userId="S::1078276@sga.pucminas.br::c138fc88-73c0-47e1-b788-3e194ec42aa1" providerId="AD" clId="Web-{96BF206F-46DB-4594-BDB9-21A70BECAD3C}" dt="2025-05-04T21:21:11.612" v="126"/>
          <ac:cxnSpMkLst>
            <pc:docMk/>
            <pc:sldMk cId="1208357050" sldId="305"/>
            <ac:cxnSpMk id="13" creationId="{59D7B6BE-A4E0-4483-BEC5-493AC3E5D2AD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1:25:47.419" v="206"/>
          <ac:cxnSpMkLst>
            <pc:docMk/>
            <pc:sldMk cId="1208357050" sldId="305"/>
            <ac:cxnSpMk id="16" creationId="{9B9E2C38-33D2-1944-B9C2-8965AFC61EBE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39:20.032" v="420"/>
          <ac:cxnSpMkLst>
            <pc:docMk/>
            <pc:sldMk cId="1208357050" sldId="305"/>
            <ac:cxnSpMk id="33" creationId="{317BD86E-F5AD-E59F-94AC-2240E0A38F89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40:17.924" v="427"/>
          <ac:cxnSpMkLst>
            <pc:docMk/>
            <pc:sldMk cId="1208357050" sldId="305"/>
            <ac:cxnSpMk id="34" creationId="{D97E6A8D-9EA4-AA4D-C883-DD6B50C6BC5E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40:47.659" v="431"/>
          <ac:cxnSpMkLst>
            <pc:docMk/>
            <pc:sldMk cId="1208357050" sldId="305"/>
            <ac:cxnSpMk id="35" creationId="{AA3379ED-F34E-F907-F18C-49B4717F0490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41:08.894" v="434"/>
          <ac:cxnSpMkLst>
            <pc:docMk/>
            <pc:sldMk cId="1208357050" sldId="305"/>
            <ac:cxnSpMk id="36" creationId="{6512AD35-292F-54B2-7BA5-1FBD96BC70A9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42:17.147" v="441"/>
          <ac:cxnSpMkLst>
            <pc:docMk/>
            <pc:sldMk cId="1208357050" sldId="305"/>
            <ac:cxnSpMk id="37" creationId="{DAEBE5F1-1346-9519-869C-1AD4D98218B7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42:16.459" v="440"/>
          <ac:cxnSpMkLst>
            <pc:docMk/>
            <pc:sldMk cId="1208357050" sldId="305"/>
            <ac:cxnSpMk id="38" creationId="{295AC081-EB8B-93BE-BB1C-1A872592D55D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43:36.042" v="449"/>
          <ac:cxnSpMkLst>
            <pc:docMk/>
            <pc:sldMk cId="1208357050" sldId="305"/>
            <ac:cxnSpMk id="39" creationId="{5D33C121-5590-6344-3DF9-246CB10C092B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43:58.324" v="452"/>
          <ac:cxnSpMkLst>
            <pc:docMk/>
            <pc:sldMk cId="1208357050" sldId="305"/>
            <ac:cxnSpMk id="40" creationId="{55B8C237-7810-17F7-19FC-DF26E8B4D780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49:30.247" v="573"/>
          <ac:cxnSpMkLst>
            <pc:docMk/>
            <pc:sldMk cId="1208357050" sldId="305"/>
            <ac:cxnSpMk id="41" creationId="{CE086629-4A26-5AB6-D931-56758B4CB4FB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49:30.247" v="574"/>
          <ac:cxnSpMkLst>
            <pc:docMk/>
            <pc:sldMk cId="1208357050" sldId="305"/>
            <ac:cxnSpMk id="42" creationId="{17F89007-7EF8-A1DF-E16D-C3C2F87F8F13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49:30.247" v="575"/>
          <ac:cxnSpMkLst>
            <pc:docMk/>
            <pc:sldMk cId="1208357050" sldId="305"/>
            <ac:cxnSpMk id="43" creationId="{184336D1-8DEF-3896-401D-E517DA839358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49:30.247" v="576"/>
          <ac:cxnSpMkLst>
            <pc:docMk/>
            <pc:sldMk cId="1208357050" sldId="305"/>
            <ac:cxnSpMk id="44" creationId="{1EA2584F-E298-A192-54D2-8C7FC99FE0A0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49:30.372" v="577"/>
          <ac:cxnSpMkLst>
            <pc:docMk/>
            <pc:sldMk cId="1208357050" sldId="305"/>
            <ac:cxnSpMk id="45" creationId="{15C83CBA-EC8D-8FDB-00CA-E1252491EE1D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3:13.884" v="647" actId="14100"/>
          <ac:cxnSpMkLst>
            <pc:docMk/>
            <pc:sldMk cId="1208357050" sldId="305"/>
            <ac:cxnSpMk id="46" creationId="{BF221D3D-703D-5896-B35F-9D3666720E2C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3:00.368" v="633" actId="1076"/>
          <ac:cxnSpMkLst>
            <pc:docMk/>
            <pc:sldMk cId="1208357050" sldId="305"/>
            <ac:cxnSpMk id="47" creationId="{F52CC60D-0CD8-1C34-34BE-73B8D590ACC9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3:08.399" v="646" actId="14100"/>
          <ac:cxnSpMkLst>
            <pc:docMk/>
            <pc:sldMk cId="1208357050" sldId="305"/>
            <ac:cxnSpMk id="48" creationId="{BB821C50-941B-B416-D93A-1C73EDF0850D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45:57.037" v="486"/>
          <ac:cxnSpMkLst>
            <pc:docMk/>
            <pc:sldMk cId="1208357050" sldId="305"/>
            <ac:cxnSpMk id="49" creationId="{FCD42667-D597-485A-A10D-ADDD3714625E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3:19.978" v="648" actId="14100"/>
          <ac:cxnSpMkLst>
            <pc:docMk/>
            <pc:sldMk cId="1208357050" sldId="305"/>
            <ac:cxnSpMk id="50" creationId="{157DDBD2-97A1-E3F5-C5AF-E81F20B4FDA7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3:22.040" v="649" actId="14100"/>
          <ac:cxnSpMkLst>
            <pc:docMk/>
            <pc:sldMk cId="1208357050" sldId="305"/>
            <ac:cxnSpMk id="51" creationId="{AEE5E532-E5A8-0594-8877-5A32F5922EAA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3:29.119" v="651" actId="14100"/>
          <ac:cxnSpMkLst>
            <pc:docMk/>
            <pc:sldMk cId="1208357050" sldId="305"/>
            <ac:cxnSpMk id="52" creationId="{F417A4F8-08EE-02CE-1AD5-7428612AA899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3:24.322" v="650" actId="14100"/>
          <ac:cxnSpMkLst>
            <pc:docMk/>
            <pc:sldMk cId="1208357050" sldId="305"/>
            <ac:cxnSpMk id="53" creationId="{77DFB1A8-6005-A159-36EC-34F4B9D3D97D}"/>
          </ac:cxnSpMkLst>
        </pc:cxnChg>
        <pc:cxnChg chg="add del mod">
          <ac:chgData name="Mariana Eliza Alves Costa" userId="S::1078276@sga.pucminas.br::c138fc88-73c0-47e1-b788-3e194ec42aa1" providerId="AD" clId="Web-{96BF206F-46DB-4594-BDB9-21A70BECAD3C}" dt="2025-05-04T21:50:44.718" v="595"/>
          <ac:cxnSpMkLst>
            <pc:docMk/>
            <pc:sldMk cId="1208357050" sldId="305"/>
            <ac:cxnSpMk id="54" creationId="{30AB6740-108F-56D9-720A-80F569F9669A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4:00.307" v="660" actId="14100"/>
          <ac:cxnSpMkLst>
            <pc:docMk/>
            <pc:sldMk cId="1208357050" sldId="305"/>
            <ac:cxnSpMk id="55" creationId="{CF569557-528F-8EF3-6466-A9EE9A1E3742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4:12.167" v="662" actId="14100"/>
          <ac:cxnSpMkLst>
            <pc:docMk/>
            <pc:sldMk cId="1208357050" sldId="305"/>
            <ac:cxnSpMk id="56" creationId="{99FBD070-643E-D055-7FA9-698EC57ED6A1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3:34.931" v="653" actId="14100"/>
          <ac:cxnSpMkLst>
            <pc:docMk/>
            <pc:sldMk cId="1208357050" sldId="305"/>
            <ac:cxnSpMk id="57" creationId="{78385121-8E30-DACD-3DCE-FD1F5ED634D3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4:27.339" v="667" actId="14100"/>
          <ac:cxnSpMkLst>
            <pc:docMk/>
            <pc:sldMk cId="1208357050" sldId="305"/>
            <ac:cxnSpMk id="58" creationId="{10107C35-CA42-8869-4842-1B6D1618B3BC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4:22.980" v="666" actId="14100"/>
          <ac:cxnSpMkLst>
            <pc:docMk/>
            <pc:sldMk cId="1208357050" sldId="305"/>
            <ac:cxnSpMk id="59" creationId="{B339FAF4-AA40-1432-CF5F-7780F382824D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4:19.855" v="665" actId="14100"/>
          <ac:cxnSpMkLst>
            <pc:docMk/>
            <pc:sldMk cId="1208357050" sldId="305"/>
            <ac:cxnSpMk id="60" creationId="{A23DE164-8970-56FF-D019-8E136E3A8D1E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4:15.698" v="663" actId="14100"/>
          <ac:cxnSpMkLst>
            <pc:docMk/>
            <pc:sldMk cId="1208357050" sldId="305"/>
            <ac:cxnSpMk id="61" creationId="{645B6AF8-4C03-4D19-5D4E-D9B3AA10B4B7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5:11.622" v="672" actId="14100"/>
          <ac:cxnSpMkLst>
            <pc:docMk/>
            <pc:sldMk cId="1208357050" sldId="305"/>
            <ac:cxnSpMk id="62" creationId="{CEDA0C62-B0BB-C1CA-A1FB-209D951BFB44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5:27.201" v="675" actId="14100"/>
          <ac:cxnSpMkLst>
            <pc:docMk/>
            <pc:sldMk cId="1208357050" sldId="305"/>
            <ac:cxnSpMk id="63" creationId="{F43B2386-D0C8-1919-54D9-9B6C88319715}"/>
          </ac:cxnSpMkLst>
        </pc:cxnChg>
        <pc:cxnChg chg="add mod">
          <ac:chgData name="Mariana Eliza Alves Costa" userId="S::1078276@sga.pucminas.br::c138fc88-73c0-47e1-b788-3e194ec42aa1" providerId="AD" clId="Web-{96BF206F-46DB-4594-BDB9-21A70BECAD3C}" dt="2025-05-04T21:55:44.748" v="678" actId="14100"/>
          <ac:cxnSpMkLst>
            <pc:docMk/>
            <pc:sldMk cId="1208357050" sldId="305"/>
            <ac:cxnSpMk id="64" creationId="{9B44E818-4BFF-EB30-F5F7-388FE77281A0}"/>
          </ac:cxnSpMkLst>
        </pc:cxnChg>
      </pc:sldChg>
      <pc:sldChg chg="modSp new">
        <pc:chgData name="Mariana Eliza Alves Costa" userId="S::1078276@sga.pucminas.br::c138fc88-73c0-47e1-b788-3e194ec42aa1" providerId="AD" clId="Web-{96BF206F-46DB-4594-BDB9-21A70BECAD3C}" dt="2025-05-04T21:58:37.113" v="683" actId="20577"/>
        <pc:sldMkLst>
          <pc:docMk/>
          <pc:sldMk cId="2673483528" sldId="306"/>
        </pc:sldMkLst>
        <pc:spChg chg="mod">
          <ac:chgData name="Mariana Eliza Alves Costa" userId="S::1078276@sga.pucminas.br::c138fc88-73c0-47e1-b788-3e194ec42aa1" providerId="AD" clId="Web-{96BF206F-46DB-4594-BDB9-21A70BECAD3C}" dt="2025-05-04T21:58:37.113" v="683" actId="20577"/>
          <ac:spMkLst>
            <pc:docMk/>
            <pc:sldMk cId="2673483528" sldId="306"/>
            <ac:spMk id="3" creationId="{90269300-E565-11FA-2E0F-6F235EBB96EB}"/>
          </ac:spMkLst>
        </pc:spChg>
      </pc:sldChg>
      <pc:sldChg chg="addSp delSp modSp new mod setBg">
        <pc:chgData name="Mariana Eliza Alves Costa" userId="S::1078276@sga.pucminas.br::c138fc88-73c0-47e1-b788-3e194ec42aa1" providerId="AD" clId="Web-{96BF206F-46DB-4594-BDB9-21A70BECAD3C}" dt="2025-05-04T22:07:20.427" v="778"/>
        <pc:sldMkLst>
          <pc:docMk/>
          <pc:sldMk cId="3584308425" sldId="307"/>
        </pc:sldMkLst>
        <pc:spChg chg="mod">
          <ac:chgData name="Mariana Eliza Alves Costa" userId="S::1078276@sga.pucminas.br::c138fc88-73c0-47e1-b788-3e194ec42aa1" providerId="AD" clId="Web-{96BF206F-46DB-4594-BDB9-21A70BECAD3C}" dt="2025-05-04T22:07:11.646" v="777"/>
          <ac:spMkLst>
            <pc:docMk/>
            <pc:sldMk cId="3584308425" sldId="307"/>
            <ac:spMk id="2" creationId="{E3AD07E9-3FCB-AFA6-0CCA-59B9936C13AE}"/>
          </ac:spMkLst>
        </pc:spChg>
        <pc:spChg chg="del mod">
          <ac:chgData name="Mariana Eliza Alves Costa" userId="S::1078276@sga.pucminas.br::c138fc88-73c0-47e1-b788-3e194ec42aa1" providerId="AD" clId="Web-{96BF206F-46DB-4594-BDB9-21A70BECAD3C}" dt="2025-05-04T22:06:42.723" v="774"/>
          <ac:spMkLst>
            <pc:docMk/>
            <pc:sldMk cId="3584308425" sldId="307"/>
            <ac:spMk id="3" creationId="{E7787D0F-9012-C76E-4FBA-E75DEBDCFC75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1:19.072" v="708"/>
          <ac:spMkLst>
            <pc:docMk/>
            <pc:sldMk cId="3584308425" sldId="307"/>
            <ac:spMk id="5" creationId="{0A180DCF-E3BB-FEA7-094B-56E65C5FB131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7:11.646" v="777"/>
          <ac:spMkLst>
            <pc:docMk/>
            <pc:sldMk cId="3584308425" sldId="307"/>
            <ac:spMk id="9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7:11.630" v="776"/>
          <ac:spMkLst>
            <pc:docMk/>
            <pc:sldMk cId="3584308425" sldId="307"/>
            <ac:spMk id="16" creationId="{A637580D-1176-4083-A9A1-BD8ED08996EC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7:20.427" v="778"/>
          <ac:spMkLst>
            <pc:docMk/>
            <pc:sldMk cId="3584308425" sldId="307"/>
            <ac:spMk id="20" creationId="{A637580D-1176-4083-A9A1-BD8ED08996EC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07:20.427" v="778"/>
          <ac:spMkLst>
            <pc:docMk/>
            <pc:sldMk cId="3584308425" sldId="307"/>
            <ac:spMk id="26" creationId="{A637580D-1176-4083-A9A1-BD8ED08996EC}"/>
          </ac:spMkLst>
        </pc:spChg>
        <pc:graphicFrameChg chg="add mod modGraphic">
          <ac:chgData name="Mariana Eliza Alves Costa" userId="S::1078276@sga.pucminas.br::c138fc88-73c0-47e1-b788-3e194ec42aa1" providerId="AD" clId="Web-{96BF206F-46DB-4594-BDB9-21A70BECAD3C}" dt="2025-05-04T22:07:20.427" v="778"/>
          <ac:graphicFrameMkLst>
            <pc:docMk/>
            <pc:sldMk cId="3584308425" sldId="307"/>
            <ac:graphicFrameMk id="6" creationId="{CF96357E-4195-98C1-5874-EC14321BF0BC}"/>
          </ac:graphicFrameMkLst>
        </pc:graphicFrameChg>
        <pc:cxnChg chg="add del">
          <ac:chgData name="Mariana Eliza Alves Costa" userId="S::1078276@sga.pucminas.br::c138fc88-73c0-47e1-b788-3e194ec42aa1" providerId="AD" clId="Web-{96BF206F-46DB-4594-BDB9-21A70BECAD3C}" dt="2025-05-04T22:07:11.646" v="777"/>
          <ac:cxnSpMkLst>
            <pc:docMk/>
            <pc:sldMk cId="3584308425" sldId="307"/>
            <ac:cxnSpMk id="11" creationId="{E62D3963-2153-4637-96E6-E31BD2CE5D0D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7:11.630" v="776"/>
          <ac:cxnSpMkLst>
            <pc:docMk/>
            <pc:sldMk cId="3584308425" sldId="307"/>
            <ac:cxnSpMk id="18" creationId="{B9C96FDC-E4C2-7D8A-44BA-572E7CD9E899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7:20.427" v="778"/>
          <ac:cxnSpMkLst>
            <pc:docMk/>
            <pc:sldMk cId="3584308425" sldId="307"/>
            <ac:cxnSpMk id="21" creationId="{B9C96FDC-E4C2-7D8A-44BA-572E7CD9E899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7:20.427" v="778"/>
          <ac:cxnSpMkLst>
            <pc:docMk/>
            <pc:sldMk cId="3584308425" sldId="307"/>
            <ac:cxnSpMk id="28" creationId="{B9C96FDC-E4C2-7D8A-44BA-572E7CD9E899}"/>
          </ac:cxnSpMkLst>
        </pc:cxnChg>
      </pc:sldChg>
      <pc:sldChg chg="new">
        <pc:chgData name="Mariana Eliza Alves Costa" userId="S::1078276@sga.pucminas.br::c138fc88-73c0-47e1-b788-3e194ec42aa1" providerId="AD" clId="Web-{96BF206F-46DB-4594-BDB9-21A70BECAD3C}" dt="2025-05-04T22:00:54.571" v="703"/>
        <pc:sldMkLst>
          <pc:docMk/>
          <pc:sldMk cId="3738648401" sldId="308"/>
        </pc:sldMkLst>
      </pc:sldChg>
      <pc:sldChg chg="modSp new">
        <pc:chgData name="Mariana Eliza Alves Costa" userId="S::1078276@sga.pucminas.br::c138fc88-73c0-47e1-b788-3e194ec42aa1" providerId="AD" clId="Web-{96BF206F-46DB-4594-BDB9-21A70BECAD3C}" dt="2025-05-04T22:13:40.830" v="885" actId="20577"/>
        <pc:sldMkLst>
          <pc:docMk/>
          <pc:sldMk cId="3483898227" sldId="309"/>
        </pc:sldMkLst>
        <pc:spChg chg="mod">
          <ac:chgData name="Mariana Eliza Alves Costa" userId="S::1078276@sga.pucminas.br::c138fc88-73c0-47e1-b788-3e194ec42aa1" providerId="AD" clId="Web-{96BF206F-46DB-4594-BDB9-21A70BECAD3C}" dt="2025-05-04T22:13:30.283" v="880" actId="20577"/>
          <ac:spMkLst>
            <pc:docMk/>
            <pc:sldMk cId="3483898227" sldId="309"/>
            <ac:spMk id="2" creationId="{3EB2B9E4-254F-B90D-07FA-1D7304D67603}"/>
          </ac:spMkLst>
        </pc:spChg>
        <pc:spChg chg="mod">
          <ac:chgData name="Mariana Eliza Alves Costa" userId="S::1078276@sga.pucminas.br::c138fc88-73c0-47e1-b788-3e194ec42aa1" providerId="AD" clId="Web-{96BF206F-46DB-4594-BDB9-21A70BECAD3C}" dt="2025-05-04T22:13:40.830" v="885" actId="20577"/>
          <ac:spMkLst>
            <pc:docMk/>
            <pc:sldMk cId="3483898227" sldId="309"/>
            <ac:spMk id="3" creationId="{DF8EE79E-4BD8-AEFA-8926-1E1F281ECED5}"/>
          </ac:spMkLst>
        </pc:spChg>
      </pc:sldChg>
      <pc:sldChg chg="addSp delSp modSp new mod ord setBg modClrScheme setClrOvrMap chgLayout">
        <pc:chgData name="Mariana Eliza Alves Costa" userId="S::1078276@sga.pucminas.br::c138fc88-73c0-47e1-b788-3e194ec42aa1" providerId="AD" clId="Web-{96BF206F-46DB-4594-BDB9-21A70BECAD3C}" dt="2025-05-04T22:03:04.794" v="722" actId="14100"/>
        <pc:sldMkLst>
          <pc:docMk/>
          <pc:sldMk cId="2032450583" sldId="310"/>
        </pc:sldMkLst>
        <pc:spChg chg="mod ord">
          <ac:chgData name="Mariana Eliza Alves Costa" userId="S::1078276@sga.pucminas.br::c138fc88-73c0-47e1-b788-3e194ec42aa1" providerId="AD" clId="Web-{96BF206F-46DB-4594-BDB9-21A70BECAD3C}" dt="2025-05-04T22:03:04.794" v="722" actId="14100"/>
          <ac:spMkLst>
            <pc:docMk/>
            <pc:sldMk cId="2032450583" sldId="310"/>
            <ac:spMk id="2" creationId="{116FE673-DE04-126D-0142-58F96E753184}"/>
          </ac:spMkLst>
        </pc:spChg>
        <pc:spChg chg="mod ord">
          <ac:chgData name="Mariana Eliza Alves Costa" userId="S::1078276@sga.pucminas.br::c138fc88-73c0-47e1-b788-3e194ec42aa1" providerId="AD" clId="Web-{96BF206F-46DB-4594-BDB9-21A70BECAD3C}" dt="2025-05-04T22:02:56.590" v="721"/>
          <ac:spMkLst>
            <pc:docMk/>
            <pc:sldMk cId="2032450583" sldId="310"/>
            <ac:spMk id="3" creationId="{3177DBD9-E02F-A3F1-DA52-90048A92F267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2:56.590" v="721"/>
          <ac:spMkLst>
            <pc:docMk/>
            <pc:sldMk cId="2032450583" sldId="310"/>
            <ac:spMk id="11" creationId="{CFD1D2CD-954D-4C4D-B505-05EAD159B230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02:56.590" v="721"/>
          <ac:spMkLst>
            <pc:docMk/>
            <pc:sldMk cId="2032450583" sldId="310"/>
            <ac:spMk id="20" creationId="{59A9681A-2486-4655-A876-E26402CA2EF6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02:56.590" v="721"/>
          <ac:spMkLst>
            <pc:docMk/>
            <pc:sldMk cId="2032450583" sldId="310"/>
            <ac:spMk id="22" creationId="{C9BB6818-31C2-4340-98F8-64FF7F46A414}"/>
          </ac:spMkLst>
        </pc:spChg>
        <pc:picChg chg="add mod ord">
          <ac:chgData name="Mariana Eliza Alves Costa" userId="S::1078276@sga.pucminas.br::c138fc88-73c0-47e1-b788-3e194ec42aa1" providerId="AD" clId="Web-{96BF206F-46DB-4594-BDB9-21A70BECAD3C}" dt="2025-05-04T22:02:56.590" v="721"/>
          <ac:picMkLst>
            <pc:docMk/>
            <pc:sldMk cId="2032450583" sldId="310"/>
            <ac:picMk id="5" creationId="{75A579CE-4281-DE27-76FF-A01CB3FA519D}"/>
          </ac:picMkLst>
        </pc:picChg>
        <pc:cxnChg chg="add del">
          <ac:chgData name="Mariana Eliza Alves Costa" userId="S::1078276@sga.pucminas.br::c138fc88-73c0-47e1-b788-3e194ec42aa1" providerId="AD" clId="Web-{96BF206F-46DB-4594-BDB9-21A70BECAD3C}" dt="2025-05-04T22:02:56.590" v="721"/>
          <ac:cxnSpMkLst>
            <pc:docMk/>
            <pc:sldMk cId="2032450583" sldId="310"/>
            <ac:cxnSpMk id="9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02:56.590" v="721"/>
          <ac:cxnSpMkLst>
            <pc:docMk/>
            <pc:sldMk cId="2032450583" sldId="310"/>
            <ac:cxnSpMk id="13" creationId="{D132AEA7-A24A-45A9-BF8F-D0AFF34DF68C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2:56.590" v="721"/>
          <ac:cxnSpMkLst>
            <pc:docMk/>
            <pc:sldMk cId="2032450583" sldId="310"/>
            <ac:cxnSpMk id="18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2:56.590" v="721"/>
          <ac:cxnSpMkLst>
            <pc:docMk/>
            <pc:sldMk cId="2032450583" sldId="310"/>
            <ac:cxnSpMk id="24" creationId="{F0CE0765-E93C-4D37-9D5F-D464EFB10FA7}"/>
          </ac:cxnSpMkLst>
        </pc:cxnChg>
      </pc:sldChg>
      <pc:sldChg chg="add replId">
        <pc:chgData name="Mariana Eliza Alves Costa" userId="S::1078276@sga.pucminas.br::c138fc88-73c0-47e1-b788-3e194ec42aa1" providerId="AD" clId="Web-{96BF206F-46DB-4594-BDB9-21A70BECAD3C}" dt="2025-05-04T22:04:53.735" v="744"/>
        <pc:sldMkLst>
          <pc:docMk/>
          <pc:sldMk cId="2903880357" sldId="311"/>
        </pc:sldMkLst>
      </pc:sldChg>
      <pc:sldChg chg="addSp delSp modSp new mod setBg">
        <pc:chgData name="Mariana Eliza Alves Costa" userId="S::1078276@sga.pucminas.br::c138fc88-73c0-47e1-b788-3e194ec42aa1" providerId="AD" clId="Web-{96BF206F-46DB-4594-BDB9-21A70BECAD3C}" dt="2025-05-04T22:08:24.414" v="796"/>
        <pc:sldMkLst>
          <pc:docMk/>
          <pc:sldMk cId="1156197512" sldId="312"/>
        </pc:sldMkLst>
        <pc:spChg chg="mod">
          <ac:chgData name="Mariana Eliza Alves Costa" userId="S::1078276@sga.pucminas.br::c138fc88-73c0-47e1-b788-3e194ec42aa1" providerId="AD" clId="Web-{96BF206F-46DB-4594-BDB9-21A70BECAD3C}" dt="2025-05-04T22:08:24.414" v="796"/>
          <ac:spMkLst>
            <pc:docMk/>
            <pc:sldMk cId="1156197512" sldId="312"/>
            <ac:spMk id="2" creationId="{971D4ED6-8FE5-D4A2-0776-54749D2846A4}"/>
          </ac:spMkLst>
        </pc:spChg>
        <pc:spChg chg="del mod">
          <ac:chgData name="Mariana Eliza Alves Costa" userId="S::1078276@sga.pucminas.br::c138fc88-73c0-47e1-b788-3e194ec42aa1" providerId="AD" clId="Web-{96BF206F-46DB-4594-BDB9-21A70BECAD3C}" dt="2025-05-04T22:07:56.741" v="789"/>
          <ac:spMkLst>
            <pc:docMk/>
            <pc:sldMk cId="1156197512" sldId="312"/>
            <ac:spMk id="3" creationId="{B4F4FE28-F46B-B58C-63AA-2AC692310407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08:24.414" v="796"/>
          <ac:spMkLst>
            <pc:docMk/>
            <pc:sldMk cId="1156197512" sldId="312"/>
            <ac:spMk id="9" creationId="{A637580D-1176-4083-A9A1-BD8ED08996EC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08:24.414" v="796"/>
          <ac:spMkLst>
            <pc:docMk/>
            <pc:sldMk cId="1156197512" sldId="312"/>
            <ac:spMk id="16" creationId="{DBDA151C-5770-45E4-AAFF-59E7F403866D}"/>
          </ac:spMkLst>
        </pc:spChg>
        <pc:graphicFrameChg chg="add mod modGraphic">
          <ac:chgData name="Mariana Eliza Alves Costa" userId="S::1078276@sga.pucminas.br::c138fc88-73c0-47e1-b788-3e194ec42aa1" providerId="AD" clId="Web-{96BF206F-46DB-4594-BDB9-21A70BECAD3C}" dt="2025-05-04T22:08:24.414" v="796"/>
          <ac:graphicFrameMkLst>
            <pc:docMk/>
            <pc:sldMk cId="1156197512" sldId="312"/>
            <ac:graphicFrameMk id="5" creationId="{BE982FD6-7088-BAB1-AB9F-104BB86EF405}"/>
          </ac:graphicFrameMkLst>
        </pc:graphicFrameChg>
        <pc:cxnChg chg="add del">
          <ac:chgData name="Mariana Eliza Alves Costa" userId="S::1078276@sga.pucminas.br::c138fc88-73c0-47e1-b788-3e194ec42aa1" providerId="AD" clId="Web-{96BF206F-46DB-4594-BDB9-21A70BECAD3C}" dt="2025-05-04T22:08:24.414" v="796"/>
          <ac:cxnSpMkLst>
            <pc:docMk/>
            <pc:sldMk cId="1156197512" sldId="312"/>
            <ac:cxnSpMk id="11" creationId="{B9C96FDC-E4C2-7D8A-44BA-572E7CD9E899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08:24.414" v="796"/>
          <ac:cxnSpMkLst>
            <pc:docMk/>
            <pc:sldMk cId="1156197512" sldId="312"/>
            <ac:cxnSpMk id="18" creationId="{E62D3963-2153-4637-96E6-E31BD2CE5D0D}"/>
          </ac:cxnSpMkLst>
        </pc:cxnChg>
      </pc:sldChg>
      <pc:sldChg chg="modSp new">
        <pc:chgData name="Mariana Eliza Alves Costa" userId="S::1078276@sga.pucminas.br::c138fc88-73c0-47e1-b788-3e194ec42aa1" providerId="AD" clId="Web-{96BF206F-46DB-4594-BDB9-21A70BECAD3C}" dt="2025-05-04T22:09:14.665" v="830" actId="20577"/>
        <pc:sldMkLst>
          <pc:docMk/>
          <pc:sldMk cId="992423061" sldId="313"/>
        </pc:sldMkLst>
        <pc:spChg chg="mod">
          <ac:chgData name="Mariana Eliza Alves Costa" userId="S::1078276@sga.pucminas.br::c138fc88-73c0-47e1-b788-3e194ec42aa1" providerId="AD" clId="Web-{96BF206F-46DB-4594-BDB9-21A70BECAD3C}" dt="2025-05-04T22:08:46.914" v="809" actId="20577"/>
          <ac:spMkLst>
            <pc:docMk/>
            <pc:sldMk cId="992423061" sldId="313"/>
            <ac:spMk id="2" creationId="{A91F6F6A-5504-3C59-3A0A-B35589C8BD7B}"/>
          </ac:spMkLst>
        </pc:spChg>
        <pc:spChg chg="mod">
          <ac:chgData name="Mariana Eliza Alves Costa" userId="S::1078276@sga.pucminas.br::c138fc88-73c0-47e1-b788-3e194ec42aa1" providerId="AD" clId="Web-{96BF206F-46DB-4594-BDB9-21A70BECAD3C}" dt="2025-05-04T22:09:14.665" v="830" actId="20577"/>
          <ac:spMkLst>
            <pc:docMk/>
            <pc:sldMk cId="992423061" sldId="313"/>
            <ac:spMk id="3" creationId="{E5A6B002-3C9C-01BC-5091-10C5270B6187}"/>
          </ac:spMkLst>
        </pc:spChg>
      </pc:sldChg>
      <pc:sldChg chg="add del replId">
        <pc:chgData name="Mariana Eliza Alves Costa" userId="S::1078276@sga.pucminas.br::c138fc88-73c0-47e1-b788-3e194ec42aa1" providerId="AD" clId="Web-{96BF206F-46DB-4594-BDB9-21A70BECAD3C}" dt="2025-05-04T22:09:26.369" v="832"/>
        <pc:sldMkLst>
          <pc:docMk/>
          <pc:sldMk cId="1728082253" sldId="314"/>
        </pc:sldMkLst>
      </pc:sldChg>
      <pc:sldChg chg="addSp delSp modSp new del mod setBg modClrScheme setClrOvrMap chgLayout">
        <pc:chgData name="Mariana Eliza Alves Costa" userId="S::1078276@sga.pucminas.br::c138fc88-73c0-47e1-b788-3e194ec42aa1" providerId="AD" clId="Web-{96BF206F-46DB-4594-BDB9-21A70BECAD3C}" dt="2025-05-04T22:10:52.887" v="854"/>
        <pc:sldMkLst>
          <pc:docMk/>
          <pc:sldMk cId="1823711930" sldId="314"/>
        </pc:sldMkLst>
        <pc:spChg chg="mod ord">
          <ac:chgData name="Mariana Eliza Alves Costa" userId="S::1078276@sga.pucminas.br::c138fc88-73c0-47e1-b788-3e194ec42aa1" providerId="AD" clId="Web-{96BF206F-46DB-4594-BDB9-21A70BECAD3C}" dt="2025-05-04T22:10:38.246" v="850"/>
          <ac:spMkLst>
            <pc:docMk/>
            <pc:sldMk cId="1823711930" sldId="314"/>
            <ac:spMk id="2" creationId="{16313191-D6EC-ED3F-AFA8-D3F9048B5411}"/>
          </ac:spMkLst>
        </pc:spChg>
        <pc:spChg chg="del">
          <ac:chgData name="Mariana Eliza Alves Costa" userId="S::1078276@sga.pucminas.br::c138fc88-73c0-47e1-b788-3e194ec42aa1" providerId="AD" clId="Web-{96BF206F-46DB-4594-BDB9-21A70BECAD3C}" dt="2025-05-04T22:09:34.385" v="834"/>
          <ac:spMkLst>
            <pc:docMk/>
            <pc:sldMk cId="1823711930" sldId="314"/>
            <ac:spMk id="3" creationId="{208497C8-9C7B-F1D4-3157-7EDAAB576FB8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10:38.246" v="850"/>
          <ac:spMkLst>
            <pc:docMk/>
            <pc:sldMk cId="1823711930" sldId="314"/>
            <ac:spMk id="10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10:38.246" v="850"/>
          <ac:spMkLst>
            <pc:docMk/>
            <pc:sldMk cId="1823711930" sldId="314"/>
            <ac:spMk id="12" creationId="{05DEC45B-BA77-21C0-3869-05DE7C92376D}"/>
          </ac:spMkLst>
        </pc:spChg>
        <pc:spChg chg="add del">
          <ac:chgData name="Mariana Eliza Alves Costa" userId="S::1078276@sga.pucminas.br::c138fc88-73c0-47e1-b788-3e194ec42aa1" providerId="AD" clId="Web-{96BF206F-46DB-4594-BDB9-21A70BECAD3C}" dt="2025-05-04T22:10:38.231" v="849"/>
          <ac:spMkLst>
            <pc:docMk/>
            <pc:sldMk cId="1823711930" sldId="314"/>
            <ac:spMk id="21" creationId="{D983080A-6551-4451-BD82-99B048897B29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10:38.246" v="850"/>
          <ac:spMkLst>
            <pc:docMk/>
            <pc:sldMk cId="1823711930" sldId="314"/>
            <ac:spMk id="26" creationId="{46B9231A-B34B-4A29-A6AC-532E1EE81575}"/>
          </ac:spMkLst>
        </pc:spChg>
        <pc:picChg chg="add mod">
          <ac:chgData name="Mariana Eliza Alves Costa" userId="S::1078276@sga.pucminas.br::c138fc88-73c0-47e1-b788-3e194ec42aa1" providerId="AD" clId="Web-{96BF206F-46DB-4594-BDB9-21A70BECAD3C}" dt="2025-05-04T22:10:38.246" v="850"/>
          <ac:picMkLst>
            <pc:docMk/>
            <pc:sldMk cId="1823711930" sldId="314"/>
            <ac:picMk id="4" creationId="{E48A8BC1-5A59-F15E-6DBC-20F236ACB361}"/>
          </ac:picMkLst>
        </pc:picChg>
        <pc:cxnChg chg="add del">
          <ac:chgData name="Mariana Eliza Alves Costa" userId="S::1078276@sga.pucminas.br::c138fc88-73c0-47e1-b788-3e194ec42aa1" providerId="AD" clId="Web-{96BF206F-46DB-4594-BDB9-21A70BECAD3C}" dt="2025-05-04T22:10:38.246" v="850"/>
          <ac:cxnSpMkLst>
            <pc:docMk/>
            <pc:sldMk cId="1823711930" sldId="314"/>
            <ac:cxnSpMk id="8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10:38.246" v="850"/>
          <ac:cxnSpMkLst>
            <pc:docMk/>
            <pc:sldMk cId="1823711930" sldId="314"/>
            <ac:cxnSpMk id="14" creationId="{7A0A4642-D29D-0121-4C05-5A5559BC5F39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10:38.231" v="849"/>
          <ac:cxnSpMkLst>
            <pc:docMk/>
            <pc:sldMk cId="1823711930" sldId="314"/>
            <ac:cxnSpMk id="19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96BF206F-46DB-4594-BDB9-21A70BECAD3C}" dt="2025-05-04T22:10:38.231" v="849"/>
          <ac:cxnSpMkLst>
            <pc:docMk/>
            <pc:sldMk cId="1823711930" sldId="314"/>
            <ac:cxnSpMk id="23" creationId="{8A5C8BF2-C035-4BFF-8802-A39723834415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10:38.246" v="850"/>
          <ac:cxnSpMkLst>
            <pc:docMk/>
            <pc:sldMk cId="1823711930" sldId="314"/>
            <ac:cxnSpMk id="25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10:38.246" v="850"/>
          <ac:cxnSpMkLst>
            <pc:docMk/>
            <pc:sldMk cId="1823711930" sldId="314"/>
            <ac:cxnSpMk id="27" creationId="{F0CE0765-E93C-4D37-9D5F-D464EFB10FA7}"/>
          </ac:cxnSpMkLst>
        </pc:cxnChg>
      </pc:sldChg>
      <pc:sldChg chg="addSp delSp modSp new mod setBg modClrScheme setClrOvrMap chgLayout">
        <pc:chgData name="Mariana Eliza Alves Costa" userId="S::1078276@sga.pucminas.br::c138fc88-73c0-47e1-b788-3e194ec42aa1" providerId="AD" clId="Web-{96BF206F-46DB-4594-BDB9-21A70BECAD3C}" dt="2025-05-04T22:10:51.934" v="853" actId="20577"/>
        <pc:sldMkLst>
          <pc:docMk/>
          <pc:sldMk cId="248634846" sldId="315"/>
        </pc:sldMkLst>
        <pc:spChg chg="mod ord">
          <ac:chgData name="Mariana Eliza Alves Costa" userId="S::1078276@sga.pucminas.br::c138fc88-73c0-47e1-b788-3e194ec42aa1" providerId="AD" clId="Web-{96BF206F-46DB-4594-BDB9-21A70BECAD3C}" dt="2025-05-04T22:10:51.934" v="853" actId="20577"/>
          <ac:spMkLst>
            <pc:docMk/>
            <pc:sldMk cId="248634846" sldId="315"/>
            <ac:spMk id="2" creationId="{877B9965-4128-77BC-2C58-FF109F4190E2}"/>
          </ac:spMkLst>
        </pc:spChg>
        <pc:spChg chg="add del mod ord">
          <ac:chgData name="Mariana Eliza Alves Costa" userId="S::1078276@sga.pucminas.br::c138fc88-73c0-47e1-b788-3e194ec42aa1" providerId="AD" clId="Web-{96BF206F-46DB-4594-BDB9-21A70BECAD3C}" dt="2025-05-04T22:10:45.434" v="851"/>
          <ac:spMkLst>
            <pc:docMk/>
            <pc:sldMk cId="248634846" sldId="315"/>
            <ac:spMk id="3" creationId="{092896F8-CEB3-818E-056A-7E99EF124BF2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10:45.434" v="851"/>
          <ac:spMkLst>
            <pc:docMk/>
            <pc:sldMk cId="248634846" sldId="315"/>
            <ac:spMk id="11" creationId="{46B9231A-B34B-4A29-A6AC-532E1EE81575}"/>
          </ac:spMkLst>
        </pc:spChg>
        <pc:picChg chg="add">
          <ac:chgData name="Mariana Eliza Alves Costa" userId="S::1078276@sga.pucminas.br::c138fc88-73c0-47e1-b788-3e194ec42aa1" providerId="AD" clId="Web-{96BF206F-46DB-4594-BDB9-21A70BECAD3C}" dt="2025-05-04T22:10:45.434" v="851"/>
          <ac:picMkLst>
            <pc:docMk/>
            <pc:sldMk cId="248634846" sldId="315"/>
            <ac:picMk id="5" creationId="{4D6098E3-3B83-2879-D8DD-DFEB8559CF16}"/>
          </ac:picMkLst>
        </pc:picChg>
        <pc:cxnChg chg="add">
          <ac:chgData name="Mariana Eliza Alves Costa" userId="S::1078276@sga.pucminas.br::c138fc88-73c0-47e1-b788-3e194ec42aa1" providerId="AD" clId="Web-{96BF206F-46DB-4594-BDB9-21A70BECAD3C}" dt="2025-05-04T22:10:45.434" v="851"/>
          <ac:cxnSpMkLst>
            <pc:docMk/>
            <pc:sldMk cId="248634846" sldId="315"/>
            <ac:cxnSpMk id="9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96BF206F-46DB-4594-BDB9-21A70BECAD3C}" dt="2025-05-04T22:10:45.434" v="851"/>
          <ac:cxnSpMkLst>
            <pc:docMk/>
            <pc:sldMk cId="248634846" sldId="315"/>
            <ac:cxnSpMk id="13" creationId="{F0CE0765-E93C-4D37-9D5F-D464EFB10FA7}"/>
          </ac:cxnSpMkLst>
        </pc:cxnChg>
      </pc:sldChg>
      <pc:sldChg chg="addSp delSp modSp new mod setBg">
        <pc:chgData name="Mariana Eliza Alves Costa" userId="S::1078276@sga.pucminas.br::c138fc88-73c0-47e1-b788-3e194ec42aa1" providerId="AD" clId="Web-{96BF206F-46DB-4594-BDB9-21A70BECAD3C}" dt="2025-05-04T22:13:23.080" v="878"/>
        <pc:sldMkLst>
          <pc:docMk/>
          <pc:sldMk cId="4024451959" sldId="316"/>
        </pc:sldMkLst>
        <pc:spChg chg="mod">
          <ac:chgData name="Mariana Eliza Alves Costa" userId="S::1078276@sga.pucminas.br::c138fc88-73c0-47e1-b788-3e194ec42aa1" providerId="AD" clId="Web-{96BF206F-46DB-4594-BDB9-21A70BECAD3C}" dt="2025-05-04T22:13:23.080" v="878"/>
          <ac:spMkLst>
            <pc:docMk/>
            <pc:sldMk cId="4024451959" sldId="316"/>
            <ac:spMk id="2" creationId="{A2DDA174-4AA1-2343-29C0-AA66B4F1EE1C}"/>
          </ac:spMkLst>
        </pc:spChg>
        <pc:spChg chg="del mod">
          <ac:chgData name="Mariana Eliza Alves Costa" userId="S::1078276@sga.pucminas.br::c138fc88-73c0-47e1-b788-3e194ec42aa1" providerId="AD" clId="Web-{96BF206F-46DB-4594-BDB9-21A70BECAD3C}" dt="2025-05-04T22:13:23.080" v="878"/>
          <ac:spMkLst>
            <pc:docMk/>
            <pc:sldMk cId="4024451959" sldId="316"/>
            <ac:spMk id="3" creationId="{2853943E-EA34-0915-8212-103CBCAAED6F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13:23.080" v="878"/>
          <ac:spMkLst>
            <pc:docMk/>
            <pc:sldMk cId="4024451959" sldId="316"/>
            <ac:spMk id="9" creationId="{21C69525-1BE4-4BA0-A23C-3BB6C162EFB9}"/>
          </ac:spMkLst>
        </pc:spChg>
        <pc:graphicFrameChg chg="add">
          <ac:chgData name="Mariana Eliza Alves Costa" userId="S::1078276@sga.pucminas.br::c138fc88-73c0-47e1-b788-3e194ec42aa1" providerId="AD" clId="Web-{96BF206F-46DB-4594-BDB9-21A70BECAD3C}" dt="2025-05-04T22:13:23.080" v="878"/>
          <ac:graphicFrameMkLst>
            <pc:docMk/>
            <pc:sldMk cId="4024451959" sldId="316"/>
            <ac:graphicFrameMk id="5" creationId="{484C9CD9-FFDC-3302-0765-690CD61E5445}"/>
          </ac:graphicFrameMkLst>
        </pc:graphicFrameChg>
        <pc:cxnChg chg="add">
          <ac:chgData name="Mariana Eliza Alves Costa" userId="S::1078276@sga.pucminas.br::c138fc88-73c0-47e1-b788-3e194ec42aa1" providerId="AD" clId="Web-{96BF206F-46DB-4594-BDB9-21A70BECAD3C}" dt="2025-05-04T22:13:23.080" v="878"/>
          <ac:cxnSpMkLst>
            <pc:docMk/>
            <pc:sldMk cId="4024451959" sldId="316"/>
            <ac:cxnSpMk id="11" creationId="{B68AF875-C18B-4B48-AE4C-A63FD3CEFB11}"/>
          </ac:cxnSpMkLst>
        </pc:cxnChg>
      </pc:sldChg>
      <pc:sldChg chg="modSp add replId">
        <pc:chgData name="Mariana Eliza Alves Costa" userId="S::1078276@sga.pucminas.br::c138fc88-73c0-47e1-b788-3e194ec42aa1" providerId="AD" clId="Web-{96BF206F-46DB-4594-BDB9-21A70BECAD3C}" dt="2025-05-04T22:14:28.739" v="894" actId="20577"/>
        <pc:sldMkLst>
          <pc:docMk/>
          <pc:sldMk cId="463711169" sldId="317"/>
        </pc:sldMkLst>
        <pc:spChg chg="mod">
          <ac:chgData name="Mariana Eliza Alves Costa" userId="S::1078276@sga.pucminas.br::c138fc88-73c0-47e1-b788-3e194ec42aa1" providerId="AD" clId="Web-{96BF206F-46DB-4594-BDB9-21A70BECAD3C}" dt="2025-05-04T22:14:13.254" v="888" actId="20577"/>
          <ac:spMkLst>
            <pc:docMk/>
            <pc:sldMk cId="463711169" sldId="317"/>
            <ac:spMk id="2" creationId="{3754683B-783C-91CE-1517-902A34BD2EF3}"/>
          </ac:spMkLst>
        </pc:spChg>
        <pc:graphicFrameChg chg="modGraphic">
          <ac:chgData name="Mariana Eliza Alves Costa" userId="S::1078276@sga.pucminas.br::c138fc88-73c0-47e1-b788-3e194ec42aa1" providerId="AD" clId="Web-{96BF206F-46DB-4594-BDB9-21A70BECAD3C}" dt="2025-05-04T22:14:28.739" v="894" actId="20577"/>
          <ac:graphicFrameMkLst>
            <pc:docMk/>
            <pc:sldMk cId="463711169" sldId="317"/>
            <ac:graphicFrameMk id="5" creationId="{1EA04D8D-CEE4-917F-B41E-695C7D034054}"/>
          </ac:graphicFrameMkLst>
        </pc:graphicFrameChg>
      </pc:sldChg>
      <pc:sldChg chg="addSp delSp modSp new mod setBg">
        <pc:chgData name="Mariana Eliza Alves Costa" userId="S::1078276@sga.pucminas.br::c138fc88-73c0-47e1-b788-3e194ec42aa1" providerId="AD" clId="Web-{96BF206F-46DB-4594-BDB9-21A70BECAD3C}" dt="2025-05-04T22:14:46.974" v="899"/>
        <pc:sldMkLst>
          <pc:docMk/>
          <pc:sldMk cId="1379906964" sldId="318"/>
        </pc:sldMkLst>
        <pc:spChg chg="mod">
          <ac:chgData name="Mariana Eliza Alves Costa" userId="S::1078276@sga.pucminas.br::c138fc88-73c0-47e1-b788-3e194ec42aa1" providerId="AD" clId="Web-{96BF206F-46DB-4594-BDB9-21A70BECAD3C}" dt="2025-05-04T22:14:46.974" v="899"/>
          <ac:spMkLst>
            <pc:docMk/>
            <pc:sldMk cId="1379906964" sldId="318"/>
            <ac:spMk id="2" creationId="{E97F3AF6-FDC3-FD7C-97F2-DFC919AE806B}"/>
          </ac:spMkLst>
        </pc:spChg>
        <pc:spChg chg="del mod">
          <ac:chgData name="Mariana Eliza Alves Costa" userId="S::1078276@sga.pucminas.br::c138fc88-73c0-47e1-b788-3e194ec42aa1" providerId="AD" clId="Web-{96BF206F-46DB-4594-BDB9-21A70BECAD3C}" dt="2025-05-04T22:14:46.974" v="899"/>
          <ac:spMkLst>
            <pc:docMk/>
            <pc:sldMk cId="1379906964" sldId="318"/>
            <ac:spMk id="3" creationId="{E27A7A66-81CB-BFA0-05D3-96DC12CD7DD6}"/>
          </ac:spMkLst>
        </pc:spChg>
        <pc:spChg chg="add">
          <ac:chgData name="Mariana Eliza Alves Costa" userId="S::1078276@sga.pucminas.br::c138fc88-73c0-47e1-b788-3e194ec42aa1" providerId="AD" clId="Web-{96BF206F-46DB-4594-BDB9-21A70BECAD3C}" dt="2025-05-04T22:14:46.974" v="899"/>
          <ac:spMkLst>
            <pc:docMk/>
            <pc:sldMk cId="1379906964" sldId="318"/>
            <ac:spMk id="9" creationId="{21C69525-1BE4-4BA0-A23C-3BB6C162EFB9}"/>
          </ac:spMkLst>
        </pc:spChg>
        <pc:graphicFrameChg chg="add">
          <ac:chgData name="Mariana Eliza Alves Costa" userId="S::1078276@sga.pucminas.br::c138fc88-73c0-47e1-b788-3e194ec42aa1" providerId="AD" clId="Web-{96BF206F-46DB-4594-BDB9-21A70BECAD3C}" dt="2025-05-04T22:14:46.974" v="899"/>
          <ac:graphicFrameMkLst>
            <pc:docMk/>
            <pc:sldMk cId="1379906964" sldId="318"/>
            <ac:graphicFrameMk id="5" creationId="{8C3670F3-3001-9551-82DD-3E46219DA06C}"/>
          </ac:graphicFrameMkLst>
        </pc:graphicFrameChg>
        <pc:cxnChg chg="add">
          <ac:chgData name="Mariana Eliza Alves Costa" userId="S::1078276@sga.pucminas.br::c138fc88-73c0-47e1-b788-3e194ec42aa1" providerId="AD" clId="Web-{96BF206F-46DB-4594-BDB9-21A70BECAD3C}" dt="2025-05-04T22:14:46.974" v="899"/>
          <ac:cxnSpMkLst>
            <pc:docMk/>
            <pc:sldMk cId="1379906964" sldId="318"/>
            <ac:cxnSpMk id="11" creationId="{B68AF875-C18B-4B48-AE4C-A63FD3CEFB11}"/>
          </ac:cxnSpMkLst>
        </pc:cxnChg>
      </pc:sldChg>
    </pc:docChg>
  </pc:docChgLst>
  <pc:docChgLst>
    <pc:chgData name="Usuário Convidado" userId="S::urn:spo:tenantanon#14cbd5a7-ec94-46ba-b314-cc0fc972a161::" providerId="AD" clId="Web-{98EA3CFC-EB64-ABAC-2772-A2B63940E898}"/>
    <pc:docChg chg="addSld modSld">
      <pc:chgData name="Usuário Convidado" userId="S::urn:spo:tenantanon#14cbd5a7-ec94-46ba-b314-cc0fc972a161::" providerId="AD" clId="Web-{98EA3CFC-EB64-ABAC-2772-A2B63940E898}" dt="2025-06-02T22:08:43.664" v="5" actId="14100"/>
      <pc:docMkLst>
        <pc:docMk/>
      </pc:docMkLst>
      <pc:sldChg chg="addSp delSp modSp">
        <pc:chgData name="Usuário Convidado" userId="S::urn:spo:tenantanon#14cbd5a7-ec94-46ba-b314-cc0fc972a161::" providerId="AD" clId="Web-{98EA3CFC-EB64-ABAC-2772-A2B63940E898}" dt="2025-06-02T22:08:43.664" v="5" actId="14100"/>
        <pc:sldMkLst>
          <pc:docMk/>
          <pc:sldMk cId="2903880357" sldId="311"/>
        </pc:sldMkLst>
        <pc:picChg chg="add mod">
          <ac:chgData name="Usuário Convidado" userId="S::urn:spo:tenantanon#14cbd5a7-ec94-46ba-b314-cc0fc972a161::" providerId="AD" clId="Web-{98EA3CFC-EB64-ABAC-2772-A2B63940E898}" dt="2025-06-02T22:08:43.664" v="5" actId="14100"/>
          <ac:picMkLst>
            <pc:docMk/>
            <pc:sldMk cId="2903880357" sldId="311"/>
            <ac:picMk id="3" creationId="{EE69C637-2CCA-9927-2954-B402D04B895E}"/>
          </ac:picMkLst>
        </pc:picChg>
        <pc:picChg chg="del">
          <ac:chgData name="Usuário Convidado" userId="S::urn:spo:tenantanon#14cbd5a7-ec94-46ba-b314-cc0fc972a161::" providerId="AD" clId="Web-{98EA3CFC-EB64-ABAC-2772-A2B63940E898}" dt="2025-06-02T22:04:15.296" v="1"/>
          <ac:picMkLst>
            <pc:docMk/>
            <pc:sldMk cId="2903880357" sldId="311"/>
            <ac:picMk id="5" creationId="{E5574247-81C7-FCE8-6445-43168370E3AC}"/>
          </ac:picMkLst>
        </pc:picChg>
      </pc:sldChg>
      <pc:sldChg chg="add replId">
        <pc:chgData name="Usuário Convidado" userId="S::urn:spo:tenantanon#14cbd5a7-ec94-46ba-b314-cc0fc972a161::" providerId="AD" clId="Web-{98EA3CFC-EB64-ABAC-2772-A2B63940E898}" dt="2025-06-02T22:04:12.515" v="0"/>
        <pc:sldMkLst>
          <pc:docMk/>
          <pc:sldMk cId="940414993" sldId="326"/>
        </pc:sldMkLst>
      </pc:sldChg>
    </pc:docChg>
  </pc:docChgLst>
  <pc:docChgLst>
    <pc:chgData name="Lucas Machado de Oliveira Andrade" userId="S::1377053@sga.pucminas.br::c6a78ecf-1210-4465-be5e-c479630ec565" providerId="AD" clId="Web-{CDFC5D75-7417-69E5-6602-575DE679925A}"/>
    <pc:docChg chg="delSld modSld">
      <pc:chgData name="Lucas Machado de Oliveira Andrade" userId="S::1377053@sga.pucminas.br::c6a78ecf-1210-4465-be5e-c479630ec565" providerId="AD" clId="Web-{CDFC5D75-7417-69E5-6602-575DE679925A}" dt="2025-06-22T20:18:17.390" v="16" actId="20577"/>
      <pc:docMkLst>
        <pc:docMk/>
      </pc:docMkLst>
      <pc:sldChg chg="del">
        <pc:chgData name="Lucas Machado de Oliveira Andrade" userId="S::1377053@sga.pucminas.br::c6a78ecf-1210-4465-be5e-c479630ec565" providerId="AD" clId="Web-{CDFC5D75-7417-69E5-6602-575DE679925A}" dt="2025-06-22T19:48:53.288" v="0"/>
        <pc:sldMkLst>
          <pc:docMk/>
          <pc:sldMk cId="2903880357" sldId="311"/>
        </pc:sldMkLst>
      </pc:sldChg>
      <pc:sldChg chg="modSp">
        <pc:chgData name="Lucas Machado de Oliveira Andrade" userId="S::1377053@sga.pucminas.br::c6a78ecf-1210-4465-be5e-c479630ec565" providerId="AD" clId="Web-{CDFC5D75-7417-69E5-6602-575DE679925A}" dt="2025-06-22T20:18:17.390" v="16" actId="20577"/>
        <pc:sldMkLst>
          <pc:docMk/>
          <pc:sldMk cId="3255919480" sldId="335"/>
        </pc:sldMkLst>
        <pc:spChg chg="mod">
          <ac:chgData name="Lucas Machado de Oliveira Andrade" userId="S::1377053@sga.pucminas.br::c6a78ecf-1210-4465-be5e-c479630ec565" providerId="AD" clId="Web-{CDFC5D75-7417-69E5-6602-575DE679925A}" dt="2025-06-22T20:18:17.390" v="16" actId="20577"/>
          <ac:spMkLst>
            <pc:docMk/>
            <pc:sldMk cId="3255919480" sldId="335"/>
            <ac:spMk id="3" creationId="{EC5EE76A-E30A-D768-C993-AF240F8E8F25}"/>
          </ac:spMkLst>
        </pc:spChg>
      </pc:sldChg>
      <pc:sldChg chg="modSp">
        <pc:chgData name="Lucas Machado de Oliveira Andrade" userId="S::1377053@sga.pucminas.br::c6a78ecf-1210-4465-be5e-c479630ec565" providerId="AD" clId="Web-{CDFC5D75-7417-69E5-6602-575DE679925A}" dt="2025-06-22T20:18:12.140" v="15" actId="20577"/>
        <pc:sldMkLst>
          <pc:docMk/>
          <pc:sldMk cId="1843245491" sldId="340"/>
        </pc:sldMkLst>
        <pc:spChg chg="mod">
          <ac:chgData name="Lucas Machado de Oliveira Andrade" userId="S::1377053@sga.pucminas.br::c6a78ecf-1210-4465-be5e-c479630ec565" providerId="AD" clId="Web-{CDFC5D75-7417-69E5-6602-575DE679925A}" dt="2025-06-22T20:18:12.140" v="15" actId="20577"/>
          <ac:spMkLst>
            <pc:docMk/>
            <pc:sldMk cId="1843245491" sldId="340"/>
            <ac:spMk id="3" creationId="{6DBA74EE-0D7F-CF5A-B04B-20F17D617E73}"/>
          </ac:spMkLst>
        </pc:spChg>
      </pc:sldChg>
    </pc:docChg>
  </pc:docChgLst>
  <pc:docChgLst>
    <pc:chgData name="Usuário Convidado" userId="S::urn:spo:tenantanon#14cbd5a7-ec94-46ba-b314-cc0fc972a161::" providerId="AD" clId="Web-{DBE6751E-518A-9A10-9ED5-CDBD1AAADB2F}"/>
    <pc:docChg chg="delSld">
      <pc:chgData name="Usuário Convidado" userId="S::urn:spo:tenantanon#14cbd5a7-ec94-46ba-b314-cc0fc972a161::" providerId="AD" clId="Web-{DBE6751E-518A-9A10-9ED5-CDBD1AAADB2F}" dt="2025-05-05T01:07:05.822" v="0"/>
      <pc:docMkLst>
        <pc:docMk/>
      </pc:docMkLst>
      <pc:sldChg chg="del">
        <pc:chgData name="Usuário Convidado" userId="S::urn:spo:tenantanon#14cbd5a7-ec94-46ba-b314-cc0fc972a161::" providerId="AD" clId="Web-{DBE6751E-518A-9A10-9ED5-CDBD1AAADB2F}" dt="2025-05-05T01:07:05.822" v="0"/>
        <pc:sldMkLst>
          <pc:docMk/>
          <pc:sldMk cId="2683240021" sldId="321"/>
        </pc:sldMkLst>
      </pc:sldChg>
    </pc:docChg>
  </pc:docChgLst>
  <pc:docChgLst>
    <pc:chgData name="Guest User" userId="S::urn:spo:tenantanon#14cbd5a7-ec94-46ba-b314-cc0fc972a161::" providerId="AD" clId="Web-{3DC7A170-7335-D437-0FCE-C6EAD966FDEC}"/>
    <pc:docChg chg="modSld">
      <pc:chgData name="Guest User" userId="S::urn:spo:tenantanon#14cbd5a7-ec94-46ba-b314-cc0fc972a161::" providerId="AD" clId="Web-{3DC7A170-7335-D437-0FCE-C6EAD966FDEC}" dt="2025-06-02T15:25:43.032" v="0" actId="1076"/>
      <pc:docMkLst>
        <pc:docMk/>
      </pc:docMkLst>
      <pc:sldChg chg="modSp">
        <pc:chgData name="Guest User" userId="S::urn:spo:tenantanon#14cbd5a7-ec94-46ba-b314-cc0fc972a161::" providerId="AD" clId="Web-{3DC7A170-7335-D437-0FCE-C6EAD966FDEC}" dt="2025-06-02T15:25:43.032" v="0" actId="1076"/>
        <pc:sldMkLst>
          <pc:docMk/>
          <pc:sldMk cId="2068698628" sldId="286"/>
        </pc:sldMkLst>
        <pc:picChg chg="mod">
          <ac:chgData name="Guest User" userId="S::urn:spo:tenantanon#14cbd5a7-ec94-46ba-b314-cc0fc972a161::" providerId="AD" clId="Web-{3DC7A170-7335-D437-0FCE-C6EAD966FDEC}" dt="2025-06-02T15:25:43.032" v="0" actId="1076"/>
          <ac:picMkLst>
            <pc:docMk/>
            <pc:sldMk cId="2068698628" sldId="286"/>
            <ac:picMk id="4" creationId="{07757F5D-2288-BAB4-C841-E8C5CF6973E4}"/>
          </ac:picMkLst>
        </pc:picChg>
      </pc:sldChg>
    </pc:docChg>
  </pc:docChgLst>
  <pc:docChgLst>
    <pc:chgData name="Mariana Eliza Alves Costa" userId="S::1078276@sga.pucminas.br::c138fc88-73c0-47e1-b788-3e194ec42aa1" providerId="AD" clId="Web-{20678C37-DCA0-2B7A-B21E-598658FD0BAF}"/>
    <pc:docChg chg="addSld delSld modSld addMainMaster delMainMaster">
      <pc:chgData name="Mariana Eliza Alves Costa" userId="S::1078276@sga.pucminas.br::c138fc88-73c0-47e1-b788-3e194ec42aa1" providerId="AD" clId="Web-{20678C37-DCA0-2B7A-B21E-598658FD0BAF}" dt="2025-03-31T01:13:08.966" v="7"/>
      <pc:docMkLst>
        <pc:docMk/>
      </pc:docMkLst>
      <pc:sldChg chg="del">
        <pc:chgData name="Mariana Eliza Alves Costa" userId="S::1078276@sga.pucminas.br::c138fc88-73c0-47e1-b788-3e194ec42aa1" providerId="AD" clId="Web-{20678C37-DCA0-2B7A-B21E-598658FD0BAF}" dt="2025-03-31T01:12:56.278" v="0"/>
        <pc:sldMkLst>
          <pc:docMk/>
          <pc:sldMk cId="476404248" sldId="256"/>
        </pc:sldMkLst>
      </pc:sldChg>
      <pc:sldChg chg="addSp modSp new mod setBg modClrScheme setClrOvrMap chgLayout">
        <pc:chgData name="Mariana Eliza Alves Costa" userId="S::1078276@sga.pucminas.br::c138fc88-73c0-47e1-b788-3e194ec42aa1" providerId="AD" clId="Web-{20678C37-DCA0-2B7A-B21E-598658FD0BAF}" dt="2025-03-31T01:13:03.122" v="4"/>
        <pc:sldMkLst>
          <pc:docMk/>
          <pc:sldMk cId="2598541096" sldId="256"/>
        </pc:sldMkLst>
        <pc:spChg chg="mod ord">
          <ac:chgData name="Mariana Eliza Alves Costa" userId="S::1078276@sga.pucminas.br::c138fc88-73c0-47e1-b788-3e194ec42aa1" providerId="AD" clId="Web-{20678C37-DCA0-2B7A-B21E-598658FD0BAF}" dt="2025-03-31T01:13:03.122" v="4"/>
          <ac:spMkLst>
            <pc:docMk/>
            <pc:sldMk cId="2598541096" sldId="256"/>
            <ac:spMk id="2" creationId="{5932CE20-9ACE-CE1F-6EA7-7606413A6C34}"/>
          </ac:spMkLst>
        </pc:spChg>
        <pc:spChg chg="mod">
          <ac:chgData name="Mariana Eliza Alves Costa" userId="S::1078276@sga.pucminas.br::c138fc88-73c0-47e1-b788-3e194ec42aa1" providerId="AD" clId="Web-{20678C37-DCA0-2B7A-B21E-598658FD0BAF}" dt="2025-03-31T01:13:03.122" v="4"/>
          <ac:spMkLst>
            <pc:docMk/>
            <pc:sldMk cId="2598541096" sldId="256"/>
            <ac:spMk id="3" creationId="{45376E40-B8A6-A2E7-2ABF-003D27144CB4}"/>
          </ac:spMkLst>
        </pc:spChg>
        <pc:spChg chg="add">
          <ac:chgData name="Mariana Eliza Alves Costa" userId="S::1078276@sga.pucminas.br::c138fc88-73c0-47e1-b788-3e194ec42aa1" providerId="AD" clId="Web-{20678C37-DCA0-2B7A-B21E-598658FD0BAF}" dt="2025-03-31T01:13:03.122" v="4"/>
          <ac:spMkLst>
            <pc:docMk/>
            <pc:sldMk cId="2598541096" sldId="256"/>
            <ac:spMk id="9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20678C37-DCA0-2B7A-B21E-598658FD0BAF}" dt="2025-03-31T01:13:03.122" v="4"/>
          <ac:spMkLst>
            <pc:docMk/>
            <pc:sldMk cId="2598541096" sldId="256"/>
            <ac:spMk id="11" creationId="{36136311-C81B-47C5-AE0A-5641A5A59520}"/>
          </ac:spMkLst>
        </pc:spChg>
        <pc:picChg chg="add">
          <ac:chgData name="Mariana Eliza Alves Costa" userId="S::1078276@sga.pucminas.br::c138fc88-73c0-47e1-b788-3e194ec42aa1" providerId="AD" clId="Web-{20678C37-DCA0-2B7A-B21E-598658FD0BAF}" dt="2025-03-31T01:13:03.122" v="4"/>
          <ac:picMkLst>
            <pc:docMk/>
            <pc:sldMk cId="2598541096" sldId="256"/>
            <ac:picMk id="4" creationId="{70188E9B-34F2-2A22-486D-7B4AC0284FBB}"/>
          </ac:picMkLst>
        </pc:picChg>
        <pc:cxnChg chg="add">
          <ac:chgData name="Mariana Eliza Alves Costa" userId="S::1078276@sga.pucminas.br::c138fc88-73c0-47e1-b788-3e194ec42aa1" providerId="AD" clId="Web-{20678C37-DCA0-2B7A-B21E-598658FD0BAF}" dt="2025-03-31T01:13:03.122" v="4"/>
          <ac:cxnSpMkLst>
            <pc:docMk/>
            <pc:sldMk cId="2598541096" sldId="256"/>
            <ac:cxnSpMk id="13" creationId="{7CC73A33-65FF-41A9-A3B0-006753CD1028}"/>
          </ac:cxnSpMkLst>
        </pc:cxnChg>
      </pc:sldChg>
      <pc:sldChg chg="new">
        <pc:chgData name="Mariana Eliza Alves Costa" userId="S::1078276@sga.pucminas.br::c138fc88-73c0-47e1-b788-3e194ec42aa1" providerId="AD" clId="Web-{20678C37-DCA0-2B7A-B21E-598658FD0BAF}" dt="2025-03-31T01:13:05.982" v="5"/>
        <pc:sldMkLst>
          <pc:docMk/>
          <pc:sldMk cId="1439240597" sldId="257"/>
        </pc:sldMkLst>
      </pc:sldChg>
      <pc:sldChg chg="del">
        <pc:chgData name="Mariana Eliza Alves Costa" userId="S::1078276@sga.pucminas.br::c138fc88-73c0-47e1-b788-3e194ec42aa1" providerId="AD" clId="Web-{20678C37-DCA0-2B7A-B21E-598658FD0BAF}" dt="2025-03-31T01:12:57.012" v="1"/>
        <pc:sldMkLst>
          <pc:docMk/>
          <pc:sldMk cId="2359204867" sldId="257"/>
        </pc:sldMkLst>
      </pc:sldChg>
      <pc:sldChg chg="new">
        <pc:chgData name="Mariana Eliza Alves Costa" userId="S::1078276@sga.pucminas.br::c138fc88-73c0-47e1-b788-3e194ec42aa1" providerId="AD" clId="Web-{20678C37-DCA0-2B7A-B21E-598658FD0BAF}" dt="2025-03-31T01:13:08.122" v="6"/>
        <pc:sldMkLst>
          <pc:docMk/>
          <pc:sldMk cId="336088089" sldId="258"/>
        </pc:sldMkLst>
      </pc:sldChg>
      <pc:sldChg chg="del">
        <pc:chgData name="Mariana Eliza Alves Costa" userId="S::1078276@sga.pucminas.br::c138fc88-73c0-47e1-b788-3e194ec42aa1" providerId="AD" clId="Web-{20678C37-DCA0-2B7A-B21E-598658FD0BAF}" dt="2025-03-31T01:12:57.559" v="2"/>
        <pc:sldMkLst>
          <pc:docMk/>
          <pc:sldMk cId="2621580744" sldId="258"/>
        </pc:sldMkLst>
      </pc:sldChg>
      <pc:sldChg chg="new">
        <pc:chgData name="Mariana Eliza Alves Costa" userId="S::1078276@sga.pucminas.br::c138fc88-73c0-47e1-b788-3e194ec42aa1" providerId="AD" clId="Web-{20678C37-DCA0-2B7A-B21E-598658FD0BAF}" dt="2025-03-31T01:13:08.966" v="7"/>
        <pc:sldMkLst>
          <pc:docMk/>
          <pc:sldMk cId="3138827659" sldId="259"/>
        </pc:sldMkLst>
      </pc:sldChg>
      <pc:sldMasterChg chg="del delSldLayout">
        <pc:chgData name="Mariana Eliza Alves Costa" userId="S::1078276@sga.pucminas.br::c138fc88-73c0-47e1-b788-3e194ec42aa1" providerId="AD" clId="Web-{20678C37-DCA0-2B7A-B21E-598658FD0BAF}" dt="2025-03-31T01:13:03.122" v="4"/>
        <pc:sldMasterMkLst>
          <pc:docMk/>
          <pc:sldMasterMk cId="1563055761" sldId="2147483840"/>
        </pc:sldMasterMkLst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3131607474" sldId="2147483829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3500888918" sldId="2147483830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1791400381" sldId="2147483831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1617795330" sldId="2147483832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1001393819" sldId="2147483833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2456776018" sldId="2147483834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3903585668" sldId="2147483835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121606627" sldId="2147483836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2391050191" sldId="2147483837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3822912198" sldId="2147483838"/>
          </pc:sldLayoutMkLst>
        </pc:sldLayoutChg>
        <pc:sldLayoutChg chg="del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1563055761" sldId="2147483840"/>
            <pc:sldLayoutMk cId="1555871075" sldId="2147483839"/>
          </pc:sldLayoutMkLst>
        </pc:sldLayoutChg>
      </pc:sldMasterChg>
      <pc:sldMasterChg chg="add addSldLayout">
        <pc:chgData name="Mariana Eliza Alves Costa" userId="S::1078276@sga.pucminas.br::c138fc88-73c0-47e1-b788-3e194ec42aa1" providerId="AD" clId="Web-{20678C37-DCA0-2B7A-B21E-598658FD0BAF}" dt="2025-03-31T01:13:03.122" v="4"/>
        <pc:sldMasterMkLst>
          <pc:docMk/>
          <pc:sldMasterMk cId="2705060560" sldId="2147483890"/>
        </pc:sldMasterMkLst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1165436715" sldId="2147483879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213848369" sldId="2147483880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1644241113" sldId="2147483881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1325168519" sldId="2147483882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3602073235" sldId="2147483883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677700070" sldId="2147483884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2452705555" sldId="2147483885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962872012" sldId="2147483886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4002801780" sldId="2147483887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2818735366" sldId="2147483888"/>
          </pc:sldLayoutMkLst>
        </pc:sldLayoutChg>
        <pc:sldLayoutChg chg="add">
          <pc:chgData name="Mariana Eliza Alves Costa" userId="S::1078276@sga.pucminas.br::c138fc88-73c0-47e1-b788-3e194ec42aa1" providerId="AD" clId="Web-{20678C37-DCA0-2B7A-B21E-598658FD0BAF}" dt="2025-03-31T01:13:03.122" v="4"/>
          <pc:sldLayoutMkLst>
            <pc:docMk/>
            <pc:sldMasterMk cId="2705060560" sldId="2147483890"/>
            <pc:sldLayoutMk cId="944349790" sldId="2147483889"/>
          </pc:sldLayoutMkLst>
        </pc:sldLayoutChg>
      </pc:sldMasterChg>
    </pc:docChg>
  </pc:docChgLst>
  <pc:docChgLst>
    <pc:chgData name="Mariana Eliza Alves Costa" userId="S::1078276@sga.pucminas.br::c138fc88-73c0-47e1-b788-3e194ec42aa1" providerId="AD" clId="Web-{71B72462-F210-5DEC-A7E3-9F8987ECFCDC}"/>
    <pc:docChg chg="addSld delSld modSld">
      <pc:chgData name="Mariana Eliza Alves Costa" userId="S::1078276@sga.pucminas.br::c138fc88-73c0-47e1-b788-3e194ec42aa1" providerId="AD" clId="Web-{71B72462-F210-5DEC-A7E3-9F8987ECFCDC}" dt="2025-03-31T18:44:15.425" v="888"/>
      <pc:docMkLst>
        <pc:docMk/>
      </pc:docMkLst>
      <pc:sldChg chg="addSp delSp modSp mod setBg">
        <pc:chgData name="Mariana Eliza Alves Costa" userId="S::1078276@sga.pucminas.br::c138fc88-73c0-47e1-b788-3e194ec42aa1" providerId="AD" clId="Web-{71B72462-F210-5DEC-A7E3-9F8987ECFCDC}" dt="2025-03-31T14:14:32.973" v="170" actId="20577"/>
        <pc:sldMkLst>
          <pc:docMk/>
          <pc:sldMk cId="1439240597" sldId="257"/>
        </pc:sldMkLst>
        <pc:spChg chg="mod">
          <ac:chgData name="Mariana Eliza Alves Costa" userId="S::1078276@sga.pucminas.br::c138fc88-73c0-47e1-b788-3e194ec42aa1" providerId="AD" clId="Web-{71B72462-F210-5DEC-A7E3-9F8987ECFCDC}" dt="2025-03-31T14:14:32.973" v="170" actId="20577"/>
          <ac:spMkLst>
            <pc:docMk/>
            <pc:sldMk cId="1439240597" sldId="257"/>
            <ac:spMk id="2" creationId="{D87E7A31-8CE3-8B34-FA6A-8E5A94C0AF78}"/>
          </ac:spMkLst>
        </pc:spChg>
        <pc:spChg chg="del mod">
          <ac:chgData name="Mariana Eliza Alves Costa" userId="S::1078276@sga.pucminas.br::c138fc88-73c0-47e1-b788-3e194ec42aa1" providerId="AD" clId="Web-{71B72462-F210-5DEC-A7E3-9F8987ECFCDC}" dt="2025-03-31T14:06:00.112" v="35"/>
          <ac:spMkLst>
            <pc:docMk/>
            <pc:sldMk cId="1439240597" sldId="257"/>
            <ac:spMk id="3" creationId="{0C677F84-541F-6F79-9965-FDF106BFC9FF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1:50.561" v="134"/>
          <ac:spMkLst>
            <pc:docMk/>
            <pc:sldMk cId="1439240597" sldId="257"/>
            <ac:spMk id="9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1:35.857" v="127"/>
          <ac:spMkLst>
            <pc:docMk/>
            <pc:sldMk cId="1439240597" sldId="257"/>
            <ac:spMk id="13" creationId="{21C69525-1BE4-4BA0-A23C-3BB6C162EFB9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1:38.764" v="129"/>
          <ac:spMkLst>
            <pc:docMk/>
            <pc:sldMk cId="1439240597" sldId="257"/>
            <ac:spMk id="17" creationId="{A637580D-1176-4083-A9A1-BD8ED08996E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1:13.310" v="116"/>
          <ac:spMkLst>
            <pc:docMk/>
            <pc:sldMk cId="1439240597" sldId="257"/>
            <ac:spMk id="18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1:42.155" v="131"/>
          <ac:spMkLst>
            <pc:docMk/>
            <pc:sldMk cId="1439240597" sldId="257"/>
            <ac:spMk id="21" creationId="{A637580D-1176-4083-A9A1-BD8ED08996E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1:50.499" v="133"/>
          <ac:spMkLst>
            <pc:docMk/>
            <pc:sldMk cId="1439240597" sldId="257"/>
            <ac:spMk id="24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0:51.075" v="96"/>
          <ac:spMkLst>
            <pc:docMk/>
            <pc:sldMk cId="1439240597" sldId="257"/>
            <ac:spMk id="25" creationId="{063F27BC-7079-4FF7-8F7C-ABC82FA3C247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11:50.561" v="134"/>
          <ac:spMkLst>
            <pc:docMk/>
            <pc:sldMk cId="1439240597" sldId="257"/>
            <ac:spMk id="28" creationId="{A637580D-1176-4083-A9A1-BD8ED08996EC}"/>
          </ac:spMkLst>
        </pc:spChg>
        <pc:graphicFrameChg chg="add mod modGraphic">
          <ac:chgData name="Mariana Eliza Alves Costa" userId="S::1078276@sga.pucminas.br::c138fc88-73c0-47e1-b788-3e194ec42aa1" providerId="AD" clId="Web-{71B72462-F210-5DEC-A7E3-9F8987ECFCDC}" dt="2025-03-31T14:12:09.109" v="139" actId="14100"/>
          <ac:graphicFrameMkLst>
            <pc:docMk/>
            <pc:sldMk cId="1439240597" sldId="257"/>
            <ac:graphicFrameMk id="5" creationId="{0A3F333F-A028-A552-3B4F-624BF8E18CAF}"/>
          </ac:graphicFrameMkLst>
        </pc:graphicFrameChg>
        <pc:cxnChg chg="add del">
          <ac:chgData name="Mariana Eliza Alves Costa" userId="S::1078276@sga.pucminas.br::c138fc88-73c0-47e1-b788-3e194ec42aa1" providerId="AD" clId="Web-{71B72462-F210-5DEC-A7E3-9F8987ECFCDC}" dt="2025-03-31T14:11:50.561" v="134"/>
          <ac:cxnSpMkLst>
            <pc:docMk/>
            <pc:sldMk cId="1439240597" sldId="257"/>
            <ac:cxnSpMk id="11" creationId="{05ADA91C-AD52-A530-A898-AD6E69874598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1:35.857" v="127"/>
          <ac:cxnSpMkLst>
            <pc:docMk/>
            <pc:sldMk cId="1439240597" sldId="257"/>
            <ac:cxnSpMk id="14" creationId="{B68AF875-C18B-4B48-AE4C-A63FD3CEFB11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1:13.310" v="116"/>
          <ac:cxnSpMkLst>
            <pc:docMk/>
            <pc:sldMk cId="1439240597" sldId="257"/>
            <ac:cxnSpMk id="16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1:38.764" v="129"/>
          <ac:cxnSpMkLst>
            <pc:docMk/>
            <pc:sldMk cId="1439240597" sldId="257"/>
            <ac:cxnSpMk id="19" creationId="{1A85A180-17F0-9F5F-51D9-6D242E7884AB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1:13.310" v="116"/>
          <ac:cxnSpMkLst>
            <pc:docMk/>
            <pc:sldMk cId="1439240597" sldId="257"/>
            <ac:cxnSpMk id="20" creationId="{7CC73A33-65FF-41A9-A3B0-006753CD1028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1:42.155" v="131"/>
          <ac:cxnSpMkLst>
            <pc:docMk/>
            <pc:sldMk cId="1439240597" sldId="257"/>
            <ac:cxnSpMk id="22" creationId="{1A85A180-17F0-9F5F-51D9-6D242E7884AB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1:50.499" v="133"/>
          <ac:cxnSpMkLst>
            <pc:docMk/>
            <pc:sldMk cId="1439240597" sldId="257"/>
            <ac:cxnSpMk id="26" creationId="{05ADA91C-AD52-A530-A898-AD6E69874598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0:51.075" v="96"/>
          <ac:cxnSpMkLst>
            <pc:docMk/>
            <pc:sldMk cId="1439240597" sldId="257"/>
            <ac:cxnSpMk id="27" creationId="{40BBF191-9CC8-4313-B1CA-8DF1A53AE4F9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4:11:50.561" v="134"/>
          <ac:cxnSpMkLst>
            <pc:docMk/>
            <pc:sldMk cId="1439240597" sldId="257"/>
            <ac:cxnSpMk id="29" creationId="{B9C96FDC-E4C2-7D8A-44BA-572E7CD9E899}"/>
          </ac:cxnSpMkLst>
        </pc:cxnChg>
      </pc:sldChg>
      <pc:sldChg chg="addSp delSp modSp del mod setBg">
        <pc:chgData name="Mariana Eliza Alves Costa" userId="S::1078276@sga.pucminas.br::c138fc88-73c0-47e1-b788-3e194ec42aa1" providerId="AD" clId="Web-{71B72462-F210-5DEC-A7E3-9F8987ECFCDC}" dt="2025-03-31T16:14:53.417" v="538"/>
        <pc:sldMkLst>
          <pc:docMk/>
          <pc:sldMk cId="336088089" sldId="258"/>
        </pc:sldMkLst>
        <pc:spChg chg="mod">
          <ac:chgData name="Mariana Eliza Alves Costa" userId="S::1078276@sga.pucminas.br::c138fc88-73c0-47e1-b788-3e194ec42aa1" providerId="AD" clId="Web-{71B72462-F210-5DEC-A7E3-9F8987ECFCDC}" dt="2025-03-31T14:10:58.137" v="108" actId="20577"/>
          <ac:spMkLst>
            <pc:docMk/>
            <pc:sldMk cId="336088089" sldId="258"/>
            <ac:spMk id="2" creationId="{82095EC8-5D48-4495-5532-947BCDC9A81A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4:10:58.106" v="107" actId="20577"/>
          <ac:spMkLst>
            <pc:docMk/>
            <pc:sldMk cId="336088089" sldId="258"/>
            <ac:spMk id="3" creationId="{C6643700-2B1A-A362-C5BF-0BBE3CF88736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0:52.840" v="98"/>
          <ac:spMkLst>
            <pc:docMk/>
            <pc:sldMk cId="336088089" sldId="258"/>
            <ac:spMk id="8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09:34.885" v="86"/>
          <ac:spMkLst>
            <pc:docMk/>
            <pc:sldMk cId="336088089" sldId="258"/>
            <ac:spMk id="10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0:52.215" v="97"/>
          <ac:spMkLst>
            <pc:docMk/>
            <pc:sldMk cId="336088089" sldId="258"/>
            <ac:spMk id="19" creationId="{DBDA151C-5770-45E4-AAFF-59E7F403866D}"/>
          </ac:spMkLst>
        </pc:spChg>
        <pc:picChg chg="add del">
          <ac:chgData name="Mariana Eliza Alves Costa" userId="S::1078276@sga.pucminas.br::c138fc88-73c0-47e1-b788-3e194ec42aa1" providerId="AD" clId="Web-{71B72462-F210-5DEC-A7E3-9F8987ECFCDC}" dt="2025-03-31T14:09:34.885" v="86"/>
          <ac:picMkLst>
            <pc:docMk/>
            <pc:sldMk cId="336088089" sldId="258"/>
            <ac:picMk id="7" creationId="{F72857D8-E45F-35B6-4707-2474FF228F73}"/>
          </ac:picMkLst>
        </pc:picChg>
        <pc:cxnChg chg="add del">
          <ac:chgData name="Mariana Eliza Alves Costa" userId="S::1078276@sga.pucminas.br::c138fc88-73c0-47e1-b788-3e194ec42aa1" providerId="AD" clId="Web-{71B72462-F210-5DEC-A7E3-9F8987ECFCDC}" dt="2025-03-31T14:09:34.885" v="86"/>
          <ac:cxnSpMkLst>
            <pc:docMk/>
            <pc:sldMk cId="336088089" sldId="258"/>
            <ac:cxnSpMk id="12" creationId="{753FE100-D0AB-4AE2-824B-60CFA31EC6A2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0:52.840" v="98"/>
          <ac:cxnSpMkLst>
            <pc:docMk/>
            <pc:sldMk cId="336088089" sldId="258"/>
            <ac:cxnSpMk id="14" creationId="{E62D3963-2153-4637-96E6-E31BD2CE5D0D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0:52.215" v="97"/>
          <ac:cxnSpMkLst>
            <pc:docMk/>
            <pc:sldMk cId="336088089" sldId="258"/>
            <ac:cxnSpMk id="21" creationId="{B209265E-E0D7-493B-97CE-2263D50C3F0A}"/>
          </ac:cxnSpMkLst>
        </pc:cxnChg>
      </pc:sldChg>
      <pc:sldChg chg="del">
        <pc:chgData name="Mariana Eliza Alves Costa" userId="S::1078276@sga.pucminas.br::c138fc88-73c0-47e1-b788-3e194ec42aa1" providerId="AD" clId="Web-{71B72462-F210-5DEC-A7E3-9F8987ECFCDC}" dt="2025-03-31T16:14:48.886" v="534"/>
        <pc:sldMkLst>
          <pc:docMk/>
          <pc:sldMk cId="3138827659" sldId="259"/>
        </pc:sldMkLst>
      </pc:sldChg>
      <pc:sldChg chg="modSp new del">
        <pc:chgData name="Mariana Eliza Alves Costa" userId="S::1078276@sga.pucminas.br::c138fc88-73c0-47e1-b788-3e194ec42aa1" providerId="AD" clId="Web-{71B72462-F210-5DEC-A7E3-9F8987ECFCDC}" dt="2025-03-31T16:04:20.756" v="533"/>
        <pc:sldMkLst>
          <pc:docMk/>
          <pc:sldMk cId="2359339975" sldId="260"/>
        </pc:sldMkLst>
        <pc:spChg chg="mod">
          <ac:chgData name="Mariana Eliza Alves Costa" userId="S::1078276@sga.pucminas.br::c138fc88-73c0-47e1-b788-3e194ec42aa1" providerId="AD" clId="Web-{71B72462-F210-5DEC-A7E3-9F8987ECFCDC}" dt="2025-03-31T14:13:07.298" v="151" actId="20577"/>
          <ac:spMkLst>
            <pc:docMk/>
            <pc:sldMk cId="2359339975" sldId="260"/>
            <ac:spMk id="2" creationId="{EDD47813-AA03-D5B5-293A-0ADA44BD9E28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4:13:18.267" v="154" actId="20577"/>
          <ac:spMkLst>
            <pc:docMk/>
            <pc:sldMk cId="2359339975" sldId="260"/>
            <ac:spMk id="3" creationId="{5AB03EB7-DAAC-FACE-089F-C828FCFB86BC}"/>
          </ac:spMkLst>
        </pc:spChg>
      </pc:sldChg>
      <pc:sldChg chg="addSp delSp modSp add del replId">
        <pc:chgData name="Mariana Eliza Alves Costa" userId="S::1078276@sga.pucminas.br::c138fc88-73c0-47e1-b788-3e194ec42aa1" providerId="AD" clId="Web-{71B72462-F210-5DEC-A7E3-9F8987ECFCDC}" dt="2025-03-31T14:10:50.231" v="95"/>
        <pc:sldMkLst>
          <pc:docMk/>
          <pc:sldMk cId="2401111532" sldId="260"/>
        </pc:sldMkLst>
        <pc:spChg chg="mod">
          <ac:chgData name="Mariana Eliza Alves Costa" userId="S::1078276@sga.pucminas.br::c138fc88-73c0-47e1-b788-3e194ec42aa1" providerId="AD" clId="Web-{71B72462-F210-5DEC-A7E3-9F8987ECFCDC}" dt="2025-03-31T14:10:49.668" v="94"/>
          <ac:spMkLst>
            <pc:docMk/>
            <pc:sldMk cId="2401111532" sldId="260"/>
            <ac:spMk id="2" creationId="{4326D84B-DEE4-BB17-9D12-7AAC51ED76EB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0:49.668" v="94"/>
          <ac:spMkLst>
            <pc:docMk/>
            <pc:sldMk cId="2401111532" sldId="260"/>
            <ac:spMk id="25" creationId="{FB408260-F903-03D2-6A8C-61863423D2EF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0:33.840" v="92"/>
          <ac:spMkLst>
            <pc:docMk/>
            <pc:sldMk cId="2401111532" sldId="260"/>
            <ac:spMk id="32" creationId="{8FCE029E-5073-4498-8104-8427AA987352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0:49.668" v="94"/>
          <ac:spMkLst>
            <pc:docMk/>
            <pc:sldMk cId="2401111532" sldId="260"/>
            <ac:spMk id="37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0:49.668" v="94"/>
          <ac:spMkLst>
            <pc:docMk/>
            <pc:sldMk cId="2401111532" sldId="260"/>
            <ac:spMk id="38" creationId="{18EE42F0-2470-417A-8666-6E3266FEBF30}"/>
          </ac:spMkLst>
        </pc:spChg>
        <pc:graphicFrameChg chg="mod modGraphic">
          <ac:chgData name="Mariana Eliza Alves Costa" userId="S::1078276@sga.pucminas.br::c138fc88-73c0-47e1-b788-3e194ec42aa1" providerId="AD" clId="Web-{71B72462-F210-5DEC-A7E3-9F8987ECFCDC}" dt="2025-03-31T14:10:49.668" v="94"/>
          <ac:graphicFrameMkLst>
            <pc:docMk/>
            <pc:sldMk cId="2401111532" sldId="260"/>
            <ac:graphicFrameMk id="5" creationId="{1F0A5527-BC78-06EB-66A3-F159BB065F62}"/>
          </ac:graphicFrameMkLst>
        </pc:graphicFrameChg>
        <pc:cxnChg chg="add del">
          <ac:chgData name="Mariana Eliza Alves Costa" userId="S::1078276@sga.pucminas.br::c138fc88-73c0-47e1-b788-3e194ec42aa1" providerId="AD" clId="Web-{71B72462-F210-5DEC-A7E3-9F8987ECFCDC}" dt="2025-03-31T14:10:49.668" v="94"/>
          <ac:cxnSpMkLst>
            <pc:docMk/>
            <pc:sldMk cId="2401111532" sldId="260"/>
            <ac:cxnSpMk id="27" creationId="{9E82AAF4-71CC-41E2-323B-3AA76642F456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0:33.840" v="92"/>
          <ac:cxnSpMkLst>
            <pc:docMk/>
            <pc:sldMk cId="2401111532" sldId="260"/>
            <ac:cxnSpMk id="34" creationId="{BEFF515C-2521-4964-9DAC-2BFB8EC86AE4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0:49.668" v="94"/>
          <ac:cxnSpMkLst>
            <pc:docMk/>
            <pc:sldMk cId="2401111532" sldId="260"/>
            <ac:cxnSpMk id="36" creationId="{B90DD1AA-9FC9-0AF2-B563-CA13C179FBC8}"/>
          </ac:cxnSpMkLst>
        </pc:cxnChg>
      </pc:sldChg>
      <pc:sldChg chg="addSp delSp modSp add replId">
        <pc:chgData name="Mariana Eliza Alves Costa" userId="S::1078276@sga.pucminas.br::c138fc88-73c0-47e1-b788-3e194ec42aa1" providerId="AD" clId="Web-{71B72462-F210-5DEC-A7E3-9F8987ECFCDC}" dt="2025-03-31T14:14:45.910" v="172" actId="14100"/>
        <pc:sldMkLst>
          <pc:docMk/>
          <pc:sldMk cId="1454747177" sldId="261"/>
        </pc:sldMkLst>
        <pc:spChg chg="mod">
          <ac:chgData name="Mariana Eliza Alves Costa" userId="S::1078276@sga.pucminas.br::c138fc88-73c0-47e1-b788-3e194ec42aa1" providerId="AD" clId="Web-{71B72462-F210-5DEC-A7E3-9F8987ECFCDC}" dt="2025-03-31T14:14:45.910" v="172" actId="14100"/>
          <ac:spMkLst>
            <pc:docMk/>
            <pc:sldMk cId="1454747177" sldId="261"/>
            <ac:spMk id="2" creationId="{3724FFC0-D358-4D21-C07B-7CC4330B09F5}"/>
          </ac:spMkLst>
        </pc:spChg>
        <pc:spChg chg="del">
          <ac:chgData name="Mariana Eliza Alves Costa" userId="S::1078276@sga.pucminas.br::c138fc88-73c0-47e1-b788-3e194ec42aa1" providerId="AD" clId="Web-{71B72462-F210-5DEC-A7E3-9F8987ECFCDC}" dt="2025-03-31T14:13:42.065" v="160"/>
          <ac:spMkLst>
            <pc:docMk/>
            <pc:sldMk cId="1454747177" sldId="261"/>
            <ac:spMk id="28" creationId="{AFB29869-9642-45B1-F9A8-B609E7B6423D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13:42.065" v="160"/>
          <ac:spMkLst>
            <pc:docMk/>
            <pc:sldMk cId="1454747177" sldId="261"/>
            <ac:spMk id="34" creationId="{DBDA151C-5770-45E4-AAFF-59E7F403866D}"/>
          </ac:spMkLst>
        </pc:spChg>
        <pc:graphicFrameChg chg="mod modGraphic">
          <ac:chgData name="Mariana Eliza Alves Costa" userId="S::1078276@sga.pucminas.br::c138fc88-73c0-47e1-b788-3e194ec42aa1" providerId="AD" clId="Web-{71B72462-F210-5DEC-A7E3-9F8987ECFCDC}" dt="2025-03-31T14:13:42.065" v="160"/>
          <ac:graphicFrameMkLst>
            <pc:docMk/>
            <pc:sldMk cId="1454747177" sldId="261"/>
            <ac:graphicFrameMk id="5" creationId="{8145C081-A533-9C05-1629-DF41EEEE3304}"/>
          </ac:graphicFrameMkLst>
        </pc:graphicFrameChg>
        <pc:cxnChg chg="del">
          <ac:chgData name="Mariana Eliza Alves Costa" userId="S::1078276@sga.pucminas.br::c138fc88-73c0-47e1-b788-3e194ec42aa1" providerId="AD" clId="Web-{71B72462-F210-5DEC-A7E3-9F8987ECFCDC}" dt="2025-03-31T14:13:42.065" v="160"/>
          <ac:cxnSpMkLst>
            <pc:docMk/>
            <pc:sldMk cId="1454747177" sldId="261"/>
            <ac:cxnSpMk id="29" creationId="{1271DBE4-8FFA-55A9-55D9-46901BDD4C09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4:13:42.065" v="160"/>
          <ac:cxnSpMkLst>
            <pc:docMk/>
            <pc:sldMk cId="1454747177" sldId="261"/>
            <ac:cxnSpMk id="36" creationId="{05ADA91C-AD52-A530-A898-AD6E69874598}"/>
          </ac:cxnSpMkLst>
        </pc:cxnChg>
      </pc:sldChg>
      <pc:sldChg chg="new del">
        <pc:chgData name="Mariana Eliza Alves Costa" userId="S::1078276@sga.pucminas.br::c138fc88-73c0-47e1-b788-3e194ec42aa1" providerId="AD" clId="Web-{71B72462-F210-5DEC-A7E3-9F8987ECFCDC}" dt="2025-03-31T16:14:49.464" v="535"/>
        <pc:sldMkLst>
          <pc:docMk/>
          <pc:sldMk cId="513327468" sldId="262"/>
        </pc:sldMkLst>
      </pc:sldChg>
      <pc:sldChg chg="addSp delSp modSp add replId">
        <pc:chgData name="Mariana Eliza Alves Costa" userId="S::1078276@sga.pucminas.br::c138fc88-73c0-47e1-b788-3e194ec42aa1" providerId="AD" clId="Web-{71B72462-F210-5DEC-A7E3-9F8987ECFCDC}" dt="2025-03-31T14:16:23.273" v="206" actId="20577"/>
        <pc:sldMkLst>
          <pc:docMk/>
          <pc:sldMk cId="487046690" sldId="263"/>
        </pc:sldMkLst>
        <pc:spChg chg="mod">
          <ac:chgData name="Mariana Eliza Alves Costa" userId="S::1078276@sga.pucminas.br::c138fc88-73c0-47e1-b788-3e194ec42aa1" providerId="AD" clId="Web-{71B72462-F210-5DEC-A7E3-9F8987ECFCDC}" dt="2025-03-31T14:16:23.273" v="206" actId="20577"/>
          <ac:spMkLst>
            <pc:docMk/>
            <pc:sldMk cId="487046690" sldId="263"/>
            <ac:spMk id="2" creationId="{40FA8811-8A66-21D8-CC9E-2E7825A36149}"/>
          </ac:spMkLst>
        </pc:spChg>
        <pc:spChg chg="add mod">
          <ac:chgData name="Mariana Eliza Alves Costa" userId="S::1078276@sga.pucminas.br::c138fc88-73c0-47e1-b788-3e194ec42aa1" providerId="AD" clId="Web-{71B72462-F210-5DEC-A7E3-9F8987ECFCDC}" dt="2025-03-31T14:16:17.663" v="202" actId="20577"/>
          <ac:spMkLst>
            <pc:docMk/>
            <pc:sldMk cId="487046690" sldId="263"/>
            <ac:spMk id="25" creationId="{E416EA99-6B3A-9246-F553-7A77CD476975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5:53.116" v="196"/>
          <ac:spMkLst>
            <pc:docMk/>
            <pc:sldMk cId="487046690" sldId="263"/>
            <ac:spMk id="34" creationId="{5D06EA5B-BBC3-5493-7EB7-8DABB9D2D142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5:53.100" v="195"/>
          <ac:spMkLst>
            <pc:docMk/>
            <pc:sldMk cId="487046690" sldId="263"/>
            <ac:spMk id="42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5:36.990" v="191"/>
          <ac:spMkLst>
            <pc:docMk/>
            <pc:sldMk cId="487046690" sldId="263"/>
            <ac:spMk id="43" creationId="{063F27BC-7079-4FF7-8F7C-ABC82FA3C247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15:53.116" v="196"/>
          <ac:spMkLst>
            <pc:docMk/>
            <pc:sldMk cId="487046690" sldId="263"/>
            <ac:spMk id="46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15:50.006" v="193"/>
          <ac:spMkLst>
            <pc:docMk/>
            <pc:sldMk cId="487046690" sldId="263"/>
            <ac:spMk id="47" creationId="{063F27BC-7079-4FF7-8F7C-ABC82FA3C247}"/>
          </ac:spMkLst>
        </pc:spChg>
        <pc:graphicFrameChg chg="del">
          <ac:chgData name="Mariana Eliza Alves Costa" userId="S::1078276@sga.pucminas.br::c138fc88-73c0-47e1-b788-3e194ec42aa1" providerId="AD" clId="Web-{71B72462-F210-5DEC-A7E3-9F8987ECFCDC}" dt="2025-03-31T14:15:24.740" v="186"/>
          <ac:graphicFrameMkLst>
            <pc:docMk/>
            <pc:sldMk cId="487046690" sldId="263"/>
            <ac:graphicFrameMk id="5" creationId="{FFEC0AA7-6A7A-3971-5945-D885CE49EDAD}"/>
          </ac:graphicFrameMkLst>
        </pc:graphicFrameChg>
        <pc:picChg chg="add del">
          <ac:chgData name="Mariana Eliza Alves Costa" userId="S::1078276@sga.pucminas.br::c138fc88-73c0-47e1-b788-3e194ec42aa1" providerId="AD" clId="Web-{71B72462-F210-5DEC-A7E3-9F8987ECFCDC}" dt="2025-03-31T14:15:53.100" v="195"/>
          <ac:picMkLst>
            <pc:docMk/>
            <pc:sldMk cId="487046690" sldId="263"/>
            <ac:picMk id="38" creationId="{9ED00BDF-C457-6A9C-32F1-0A5AFDFEEBAB}"/>
          </ac:picMkLst>
        </pc:picChg>
        <pc:picChg chg="add del">
          <ac:chgData name="Mariana Eliza Alves Costa" userId="S::1078276@sga.pucminas.br::c138fc88-73c0-47e1-b788-3e194ec42aa1" providerId="AD" clId="Web-{71B72462-F210-5DEC-A7E3-9F8987ECFCDC}" dt="2025-03-31T14:15:36.990" v="191"/>
          <ac:picMkLst>
            <pc:docMk/>
            <pc:sldMk cId="487046690" sldId="263"/>
            <ac:picMk id="40" creationId="{7748BF2F-AF7F-AF99-FAFB-7010FC8F2544}"/>
          </ac:picMkLst>
        </pc:picChg>
        <pc:picChg chg="add del">
          <ac:chgData name="Mariana Eliza Alves Costa" userId="S::1078276@sga.pucminas.br::c138fc88-73c0-47e1-b788-3e194ec42aa1" providerId="AD" clId="Web-{71B72462-F210-5DEC-A7E3-9F8987ECFCDC}" dt="2025-03-31T14:15:50.006" v="193"/>
          <ac:picMkLst>
            <pc:docMk/>
            <pc:sldMk cId="487046690" sldId="263"/>
            <ac:picMk id="48" creationId="{1A3A177B-24A8-EBA1-6710-1E633CA78778}"/>
          </ac:picMkLst>
        </pc:picChg>
        <pc:picChg chg="add">
          <ac:chgData name="Mariana Eliza Alves Costa" userId="S::1078276@sga.pucminas.br::c138fc88-73c0-47e1-b788-3e194ec42aa1" providerId="AD" clId="Web-{71B72462-F210-5DEC-A7E3-9F8987ECFCDC}" dt="2025-03-31T14:15:53.116" v="196"/>
          <ac:picMkLst>
            <pc:docMk/>
            <pc:sldMk cId="487046690" sldId="263"/>
            <ac:picMk id="51" creationId="{D303B314-F736-1919-D03D-D9860C8C93DF}"/>
          </ac:picMkLst>
        </pc:picChg>
        <pc:cxnChg chg="add del">
          <ac:chgData name="Mariana Eliza Alves Costa" userId="S::1078276@sga.pucminas.br::c138fc88-73c0-47e1-b788-3e194ec42aa1" providerId="AD" clId="Web-{71B72462-F210-5DEC-A7E3-9F8987ECFCDC}" dt="2025-03-31T14:15:53.116" v="196"/>
          <ac:cxnSpMkLst>
            <pc:docMk/>
            <pc:sldMk cId="487046690" sldId="263"/>
            <ac:cxnSpMk id="36" creationId="{967D7D1D-5802-146B-BA22-A3B4D81B4CDE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5:53.100" v="195"/>
          <ac:cxnSpMkLst>
            <pc:docMk/>
            <pc:sldMk cId="487046690" sldId="263"/>
            <ac:cxnSpMk id="44" creationId="{691422F5-4221-4812-AFD9-5479C6D60AD9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5:36.990" v="191"/>
          <ac:cxnSpMkLst>
            <pc:docMk/>
            <pc:sldMk cId="487046690" sldId="263"/>
            <ac:cxnSpMk id="45" creationId="{540DBD50-3CB1-A513-2321-1891E3F0954D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15:50.006" v="193"/>
          <ac:cxnSpMkLst>
            <pc:docMk/>
            <pc:sldMk cId="487046690" sldId="263"/>
            <ac:cxnSpMk id="49" creationId="{540DBD50-3CB1-A513-2321-1891E3F0954D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4:15:53.116" v="196"/>
          <ac:cxnSpMkLst>
            <pc:docMk/>
            <pc:sldMk cId="487046690" sldId="263"/>
            <ac:cxnSpMk id="50" creationId="{753FE100-D0AB-4AE2-824B-60CFA31EC6A2}"/>
          </ac:cxnSpMkLst>
        </pc:cxnChg>
      </pc:sldChg>
      <pc:sldChg chg="modSp new">
        <pc:chgData name="Mariana Eliza Alves Costa" userId="S::1078276@sga.pucminas.br::c138fc88-73c0-47e1-b788-3e194ec42aa1" providerId="AD" clId="Web-{71B72462-F210-5DEC-A7E3-9F8987ECFCDC}" dt="2025-03-31T17:47:54.309" v="589" actId="20577"/>
        <pc:sldMkLst>
          <pc:docMk/>
          <pc:sldMk cId="3555188708" sldId="264"/>
        </pc:sldMkLst>
        <pc:spChg chg="mod">
          <ac:chgData name="Mariana Eliza Alves Costa" userId="S::1078276@sga.pucminas.br::c138fc88-73c0-47e1-b788-3e194ec42aa1" providerId="AD" clId="Web-{71B72462-F210-5DEC-A7E3-9F8987ECFCDC}" dt="2025-03-31T14:16:09.007" v="200" actId="20577"/>
          <ac:spMkLst>
            <pc:docMk/>
            <pc:sldMk cId="3555188708" sldId="264"/>
            <ac:spMk id="2" creationId="{675BA924-606B-4D93-701C-3F4D0941D1BB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7:47:54.309" v="589" actId="20577"/>
          <ac:spMkLst>
            <pc:docMk/>
            <pc:sldMk cId="3555188708" sldId="264"/>
            <ac:spMk id="3" creationId="{7D8BD1B2-AE81-969E-8567-8100484C97CE}"/>
          </ac:spMkLst>
        </pc:spChg>
      </pc:sldChg>
      <pc:sldChg chg="addSp delSp modSp new mod setBg">
        <pc:chgData name="Mariana Eliza Alves Costa" userId="S::1078276@sga.pucminas.br::c138fc88-73c0-47e1-b788-3e194ec42aa1" providerId="AD" clId="Web-{71B72462-F210-5DEC-A7E3-9F8987ECFCDC}" dt="2025-03-31T14:19:08.325" v="262" actId="20577"/>
        <pc:sldMkLst>
          <pc:docMk/>
          <pc:sldMk cId="2842194845" sldId="265"/>
        </pc:sldMkLst>
        <pc:spChg chg="mod">
          <ac:chgData name="Mariana Eliza Alves Costa" userId="S::1078276@sga.pucminas.br::c138fc88-73c0-47e1-b788-3e194ec42aa1" providerId="AD" clId="Web-{71B72462-F210-5DEC-A7E3-9F8987ECFCDC}" dt="2025-03-31T14:18:38.840" v="255"/>
          <ac:spMkLst>
            <pc:docMk/>
            <pc:sldMk cId="2842194845" sldId="265"/>
            <ac:spMk id="2" creationId="{23FD13D4-8D1E-13BB-850F-7973702AEFB6}"/>
          </ac:spMkLst>
        </pc:spChg>
        <pc:spChg chg="del mod">
          <ac:chgData name="Mariana Eliza Alves Costa" userId="S::1078276@sga.pucminas.br::c138fc88-73c0-47e1-b788-3e194ec42aa1" providerId="AD" clId="Web-{71B72462-F210-5DEC-A7E3-9F8987ECFCDC}" dt="2025-03-31T14:18:38.840" v="255"/>
          <ac:spMkLst>
            <pc:docMk/>
            <pc:sldMk cId="2842194845" sldId="265"/>
            <ac:spMk id="3" creationId="{EB2F35D3-8D3D-10CE-6FA3-D41565A66C32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18:38.840" v="255"/>
          <ac:spMkLst>
            <pc:docMk/>
            <pc:sldMk cId="2842194845" sldId="265"/>
            <ac:spMk id="9" creationId="{A637580D-1176-4083-A9A1-BD8ED08996EC}"/>
          </ac:spMkLst>
        </pc:spChg>
        <pc:graphicFrameChg chg="add modGraphic">
          <ac:chgData name="Mariana Eliza Alves Costa" userId="S::1078276@sga.pucminas.br::c138fc88-73c0-47e1-b788-3e194ec42aa1" providerId="AD" clId="Web-{71B72462-F210-5DEC-A7E3-9F8987ECFCDC}" dt="2025-03-31T14:19:08.325" v="262" actId="20577"/>
          <ac:graphicFrameMkLst>
            <pc:docMk/>
            <pc:sldMk cId="2842194845" sldId="265"/>
            <ac:graphicFrameMk id="5" creationId="{DEC7EA54-CE10-BC2D-40DC-CC9D9A08C217}"/>
          </ac:graphicFrameMkLst>
        </pc:graphicFrameChg>
        <pc:cxnChg chg="add">
          <ac:chgData name="Mariana Eliza Alves Costa" userId="S::1078276@sga.pucminas.br::c138fc88-73c0-47e1-b788-3e194ec42aa1" providerId="AD" clId="Web-{71B72462-F210-5DEC-A7E3-9F8987ECFCDC}" dt="2025-03-31T14:18:38.840" v="255"/>
          <ac:cxnSpMkLst>
            <pc:docMk/>
            <pc:sldMk cId="2842194845" sldId="265"/>
            <ac:cxnSpMk id="11" creationId="{B9C96FDC-E4C2-7D8A-44BA-572E7CD9E899}"/>
          </ac:cxnSpMkLst>
        </pc:cxnChg>
      </pc:sldChg>
      <pc:sldChg chg="addSp delSp modSp new mod setBg">
        <pc:chgData name="Mariana Eliza Alves Costa" userId="S::1078276@sga.pucminas.br::c138fc88-73c0-47e1-b788-3e194ec42aa1" providerId="AD" clId="Web-{71B72462-F210-5DEC-A7E3-9F8987ECFCDC}" dt="2025-03-31T16:16:08.138" v="540"/>
        <pc:sldMkLst>
          <pc:docMk/>
          <pc:sldMk cId="3402964925" sldId="266"/>
        </pc:sldMkLst>
        <pc:spChg chg="mod">
          <ac:chgData name="Mariana Eliza Alves Costa" userId="S::1078276@sga.pucminas.br::c138fc88-73c0-47e1-b788-3e194ec42aa1" providerId="AD" clId="Web-{71B72462-F210-5DEC-A7E3-9F8987ECFCDC}" dt="2025-03-31T14:21:08.564" v="292"/>
          <ac:spMkLst>
            <pc:docMk/>
            <pc:sldMk cId="3402964925" sldId="266"/>
            <ac:spMk id="2" creationId="{178CF4DC-4CEE-B171-2238-2B4611E2872A}"/>
          </ac:spMkLst>
        </pc:spChg>
        <pc:spChg chg="del mod">
          <ac:chgData name="Mariana Eliza Alves Costa" userId="S::1078276@sga.pucminas.br::c138fc88-73c0-47e1-b788-3e194ec42aa1" providerId="AD" clId="Web-{71B72462-F210-5DEC-A7E3-9F8987ECFCDC}" dt="2025-03-31T14:20:47.250" v="290"/>
          <ac:spMkLst>
            <pc:docMk/>
            <pc:sldMk cId="3402964925" sldId="266"/>
            <ac:spMk id="3" creationId="{51F8413F-20CA-8E91-50B7-9032723C7E1B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20:39.453" v="289"/>
          <ac:spMkLst>
            <pc:docMk/>
            <pc:sldMk cId="3402964925" sldId="266"/>
            <ac:spMk id="8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21:08.564" v="292"/>
          <ac:spMkLst>
            <pc:docMk/>
            <pc:sldMk cId="3402964925" sldId="266"/>
            <ac:spMk id="15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21:20.251" v="293"/>
          <ac:spMkLst>
            <pc:docMk/>
            <pc:sldMk cId="3402964925" sldId="266"/>
            <ac:spMk id="24" creationId="{A637580D-1176-4083-A9A1-BD8ED08996E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23:36.834" v="308"/>
          <ac:spMkLst>
            <pc:docMk/>
            <pc:sldMk cId="3402964925" sldId="266"/>
            <ac:spMk id="31" creationId="{A637580D-1176-4083-A9A1-BD8ED08996E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23:36.834" v="308"/>
          <ac:spMkLst>
            <pc:docMk/>
            <pc:sldMk cId="3402964925" sldId="266"/>
            <ac:spMk id="38" creationId="{A637580D-1176-4083-A9A1-BD8ED08996EC}"/>
          </ac:spMkLst>
        </pc:spChg>
        <pc:graphicFrameChg chg="add mod modGraphic">
          <ac:chgData name="Mariana Eliza Alves Costa" userId="S::1078276@sga.pucminas.br::c138fc88-73c0-47e1-b788-3e194ec42aa1" providerId="AD" clId="Web-{71B72462-F210-5DEC-A7E3-9F8987ECFCDC}" dt="2025-03-31T16:16:08.138" v="540"/>
          <ac:graphicFrameMkLst>
            <pc:docMk/>
            <pc:sldMk cId="3402964925" sldId="266"/>
            <ac:graphicFrameMk id="19" creationId="{ECB2574A-A42B-5300-7D45-082D3B62DCAB}"/>
          </ac:graphicFrameMkLst>
        </pc:graphicFrameChg>
        <pc:cxnChg chg="add del">
          <ac:chgData name="Mariana Eliza Alves Costa" userId="S::1078276@sga.pucminas.br::c138fc88-73c0-47e1-b788-3e194ec42aa1" providerId="AD" clId="Web-{71B72462-F210-5DEC-A7E3-9F8987ECFCDC}" dt="2025-03-31T14:20:39.453" v="289"/>
          <ac:cxnSpMkLst>
            <pc:docMk/>
            <pc:sldMk cId="3402964925" sldId="266"/>
            <ac:cxnSpMk id="10" creationId="{E62D3963-2153-4637-96E6-E31BD2CE5D0D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21:08.564" v="292"/>
          <ac:cxnSpMkLst>
            <pc:docMk/>
            <pc:sldMk cId="3402964925" sldId="266"/>
            <ac:cxnSpMk id="17" creationId="{B209265E-E0D7-493B-97CE-2263D50C3F0A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21:20.251" v="293"/>
          <ac:cxnSpMkLst>
            <pc:docMk/>
            <pc:sldMk cId="3402964925" sldId="266"/>
            <ac:cxnSpMk id="26" creationId="{B9C96FDC-E4C2-7D8A-44BA-572E7CD9E899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23:36.834" v="308"/>
          <ac:cxnSpMkLst>
            <pc:docMk/>
            <pc:sldMk cId="3402964925" sldId="266"/>
            <ac:cxnSpMk id="33" creationId="{B9C96FDC-E4C2-7D8A-44BA-572E7CD9E899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23:36.834" v="308"/>
          <ac:cxnSpMkLst>
            <pc:docMk/>
            <pc:sldMk cId="3402964925" sldId="266"/>
            <ac:cxnSpMk id="40" creationId="{B9C96FDC-E4C2-7D8A-44BA-572E7CD9E899}"/>
          </ac:cxnSpMkLst>
        </pc:cxnChg>
      </pc:sldChg>
      <pc:sldChg chg="addSp delSp modSp new mod setBg">
        <pc:chgData name="Mariana Eliza Alves Costa" userId="S::1078276@sga.pucminas.br::c138fc88-73c0-47e1-b788-3e194ec42aa1" providerId="AD" clId="Web-{71B72462-F210-5DEC-A7E3-9F8987ECFCDC}" dt="2025-03-31T16:17:10.984" v="545" actId="1076"/>
        <pc:sldMkLst>
          <pc:docMk/>
          <pc:sldMk cId="2584666939" sldId="267"/>
        </pc:sldMkLst>
        <pc:spChg chg="mod">
          <ac:chgData name="Mariana Eliza Alves Costa" userId="S::1078276@sga.pucminas.br::c138fc88-73c0-47e1-b788-3e194ec42aa1" providerId="AD" clId="Web-{71B72462-F210-5DEC-A7E3-9F8987ECFCDC}" dt="2025-03-31T16:16:59.921" v="544" actId="20577"/>
          <ac:spMkLst>
            <pc:docMk/>
            <pc:sldMk cId="2584666939" sldId="267"/>
            <ac:spMk id="2" creationId="{5D81D044-45AB-2698-743D-A8603F03580A}"/>
          </ac:spMkLst>
        </pc:spChg>
        <pc:spChg chg="add del mod">
          <ac:chgData name="Mariana Eliza Alves Costa" userId="S::1078276@sga.pucminas.br::c138fc88-73c0-47e1-b788-3e194ec42aa1" providerId="AD" clId="Web-{71B72462-F210-5DEC-A7E3-9F8987ECFCDC}" dt="2025-03-31T14:39:29.787" v="396"/>
          <ac:spMkLst>
            <pc:docMk/>
            <pc:sldMk cId="2584666939" sldId="267"/>
            <ac:spMk id="3" creationId="{DBE0C854-F741-2BB5-46A6-5ED58E1EACD8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39:29.787" v="396"/>
          <ac:spMkLst>
            <pc:docMk/>
            <pc:sldMk cId="2584666939" sldId="267"/>
            <ac:spMk id="9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39:24.443" v="391"/>
          <ac:spMkLst>
            <pc:docMk/>
            <pc:sldMk cId="2584666939" sldId="267"/>
            <ac:spMk id="16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39:28.568" v="393"/>
          <ac:spMkLst>
            <pc:docMk/>
            <pc:sldMk cId="2584666939" sldId="267"/>
            <ac:spMk id="20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39:29.756" v="395"/>
          <ac:spMkLst>
            <pc:docMk/>
            <pc:sldMk cId="2584666939" sldId="267"/>
            <ac:spMk id="23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39:43.350" v="399"/>
          <ac:spMkLst>
            <pc:docMk/>
            <pc:sldMk cId="2584666939" sldId="267"/>
            <ac:spMk id="27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6:15:06.542" v="539"/>
          <ac:spMkLst>
            <pc:docMk/>
            <pc:sldMk cId="2584666939" sldId="267"/>
            <ac:spMk id="34" creationId="{21C69525-1BE4-4BA0-A23C-3BB6C162EFB9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6:15:06.542" v="539"/>
          <ac:spMkLst>
            <pc:docMk/>
            <pc:sldMk cId="2584666939" sldId="267"/>
            <ac:spMk id="41" creationId="{063F27BC-7079-4FF7-8F7C-ABC82FA3C247}"/>
          </ac:spMkLst>
        </pc:spChg>
        <pc:graphicFrameChg chg="add del">
          <ac:chgData name="Mariana Eliza Alves Costa" userId="S::1078276@sga.pucminas.br::c138fc88-73c0-47e1-b788-3e194ec42aa1" providerId="AD" clId="Web-{71B72462-F210-5DEC-A7E3-9F8987ECFCDC}" dt="2025-03-31T14:39:28.568" v="393"/>
          <ac:graphicFrameMkLst>
            <pc:docMk/>
            <pc:sldMk cId="2584666939" sldId="267"/>
            <ac:graphicFrameMk id="13" creationId="{51F83E38-F053-8F72-8C53-7586C09EEC3E}"/>
          </ac:graphicFrameMkLst>
        </pc:graphicFrameChg>
        <pc:graphicFrameChg chg="add del">
          <ac:chgData name="Mariana Eliza Alves Costa" userId="S::1078276@sga.pucminas.br::c138fc88-73c0-47e1-b788-3e194ec42aa1" providerId="AD" clId="Web-{71B72462-F210-5DEC-A7E3-9F8987ECFCDC}" dt="2025-03-31T14:39:29.756" v="395"/>
          <ac:graphicFrameMkLst>
            <pc:docMk/>
            <pc:sldMk cId="2584666939" sldId="267"/>
            <ac:graphicFrameMk id="25" creationId="{7384F143-CE05-AA3C-9031-44A5333DE073}"/>
          </ac:graphicFrameMkLst>
        </pc:graphicFrameChg>
        <pc:graphicFrameChg chg="add mod modGraphic">
          <ac:chgData name="Mariana Eliza Alves Costa" userId="S::1078276@sga.pucminas.br::c138fc88-73c0-47e1-b788-3e194ec42aa1" providerId="AD" clId="Web-{71B72462-F210-5DEC-A7E3-9F8987ECFCDC}" dt="2025-03-31T16:17:10.984" v="545" actId="1076"/>
          <ac:graphicFrameMkLst>
            <pc:docMk/>
            <pc:sldMk cId="2584666939" sldId="267"/>
            <ac:graphicFrameMk id="29" creationId="{49DFF505-0542-1C5F-887D-49ACBD139184}"/>
          </ac:graphicFrameMkLst>
        </pc:graphicFrameChg>
        <pc:picChg chg="add del mod ord">
          <ac:chgData name="Mariana Eliza Alves Costa" userId="S::1078276@sga.pucminas.br::c138fc88-73c0-47e1-b788-3e194ec42aa1" providerId="AD" clId="Web-{71B72462-F210-5DEC-A7E3-9F8987ECFCDC}" dt="2025-03-31T14:39:38.396" v="398"/>
          <ac:picMkLst>
            <pc:docMk/>
            <pc:sldMk cId="2584666939" sldId="267"/>
            <ac:picMk id="5" creationId="{CC65C29E-BD01-C731-0049-DC0921576E48}"/>
          </ac:picMkLst>
        </pc:picChg>
        <pc:cxnChg chg="add del">
          <ac:chgData name="Mariana Eliza Alves Costa" userId="S::1078276@sga.pucminas.br::c138fc88-73c0-47e1-b788-3e194ec42aa1" providerId="AD" clId="Web-{71B72462-F210-5DEC-A7E3-9F8987ECFCDC}" dt="2025-03-31T14:39:29.787" v="396"/>
          <ac:cxnSpMkLst>
            <pc:docMk/>
            <pc:sldMk cId="2584666939" sldId="267"/>
            <ac:cxnSpMk id="11" creationId="{08052531-D50B-3899-B150-D05525F4F2B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39:24.443" v="391"/>
          <ac:cxnSpMkLst>
            <pc:docMk/>
            <pc:sldMk cId="2584666939" sldId="267"/>
            <ac:cxnSpMk id="18" creationId="{92025DBA-8780-9CA0-2826-FF6E3BD1A0C9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39:28.568" v="393"/>
          <ac:cxnSpMkLst>
            <pc:docMk/>
            <pc:sldMk cId="2584666939" sldId="267"/>
            <ac:cxnSpMk id="21" creationId="{08052531-D50B-3899-B150-D05525F4F2B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39:29.756" v="395"/>
          <ac:cxnSpMkLst>
            <pc:docMk/>
            <pc:sldMk cId="2584666939" sldId="267"/>
            <ac:cxnSpMk id="24" creationId="{08052531-D50B-3899-B150-D05525F4F2B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39:43.350" v="399"/>
          <ac:cxnSpMkLst>
            <pc:docMk/>
            <pc:sldMk cId="2584666939" sldId="267"/>
            <ac:cxnSpMk id="28" creationId="{08052531-D50B-3899-B150-D05525F4F2B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6:15:06.542" v="539"/>
          <ac:cxnSpMkLst>
            <pc:docMk/>
            <pc:sldMk cId="2584666939" sldId="267"/>
            <ac:cxnSpMk id="36" creationId="{B68AF875-C18B-4B48-AE4C-A63FD3CEFB11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6:15:06.542" v="539"/>
          <ac:cxnSpMkLst>
            <pc:docMk/>
            <pc:sldMk cId="2584666939" sldId="267"/>
            <ac:cxnSpMk id="43" creationId="{9B5F4E67-4DB9-8422-13E5-B36FD48EC4D4}"/>
          </ac:cxnSpMkLst>
        </pc:cxnChg>
      </pc:sldChg>
      <pc:sldChg chg="addSp delSp modSp new mod setBg setClrOvrMap">
        <pc:chgData name="Mariana Eliza Alves Costa" userId="S::1078276@sga.pucminas.br::c138fc88-73c0-47e1-b788-3e194ec42aa1" providerId="AD" clId="Web-{71B72462-F210-5DEC-A7E3-9F8987ECFCDC}" dt="2025-03-31T14:44:54.626" v="462" actId="20577"/>
        <pc:sldMkLst>
          <pc:docMk/>
          <pc:sldMk cId="3894047674" sldId="268"/>
        </pc:sldMkLst>
        <pc:spChg chg="mod">
          <ac:chgData name="Mariana Eliza Alves Costa" userId="S::1078276@sga.pucminas.br::c138fc88-73c0-47e1-b788-3e194ec42aa1" providerId="AD" clId="Web-{71B72462-F210-5DEC-A7E3-9F8987ECFCDC}" dt="2025-03-31T14:44:54.626" v="462" actId="20577"/>
          <ac:spMkLst>
            <pc:docMk/>
            <pc:sldMk cId="3894047674" sldId="268"/>
            <ac:spMk id="2" creationId="{16F952DD-5DED-7590-09C4-5645A244B6D6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4:39:57.506" v="400"/>
          <ac:spMkLst>
            <pc:docMk/>
            <pc:sldMk cId="3894047674" sldId="268"/>
            <ac:spMk id="3" creationId="{F6CDC565-8D8F-7065-0B41-E1311A5EB6DB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38:20.941" v="381"/>
          <ac:spMkLst>
            <pc:docMk/>
            <pc:sldMk cId="3894047674" sldId="268"/>
            <ac:spMk id="11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38:20.941" v="381"/>
          <ac:spMkLst>
            <pc:docMk/>
            <pc:sldMk cId="3894047674" sldId="268"/>
            <ac:spMk id="13" creationId="{D50741CA-59A3-4426-8205-D763C968E879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38:36.082" v="382"/>
          <ac:spMkLst>
            <pc:docMk/>
            <pc:sldMk cId="3894047674" sldId="268"/>
            <ac:spMk id="22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39:57.506" v="400"/>
          <ac:spMkLst>
            <pc:docMk/>
            <pc:sldMk cId="3894047674" sldId="268"/>
            <ac:spMk id="31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39:57.506" v="400"/>
          <ac:spMkLst>
            <pc:docMk/>
            <pc:sldMk cId="3894047674" sldId="268"/>
            <ac:spMk id="40" creationId="{19F9BF86-FE94-4517-B97D-026C7515E589}"/>
          </ac:spMkLst>
        </pc:spChg>
        <pc:picChg chg="add mod ord">
          <ac:chgData name="Mariana Eliza Alves Costa" userId="S::1078276@sga.pucminas.br::c138fc88-73c0-47e1-b788-3e194ec42aa1" providerId="AD" clId="Web-{71B72462-F210-5DEC-A7E3-9F8987ECFCDC}" dt="2025-03-31T14:39:57.506" v="400"/>
          <ac:picMkLst>
            <pc:docMk/>
            <pc:sldMk cId="3894047674" sldId="268"/>
            <ac:picMk id="5" creationId="{A17EE958-494B-1BA1-0532-7870FDD3B9D3}"/>
          </ac:picMkLst>
        </pc:picChg>
        <pc:cxnChg chg="add del">
          <ac:chgData name="Mariana Eliza Alves Costa" userId="S::1078276@sga.pucminas.br::c138fc88-73c0-47e1-b788-3e194ec42aa1" providerId="AD" clId="Web-{71B72462-F210-5DEC-A7E3-9F8987ECFCDC}" dt="2025-03-31T14:38:20.941" v="381"/>
          <ac:cxnSpMkLst>
            <pc:docMk/>
            <pc:sldMk cId="3894047674" sldId="268"/>
            <ac:cxnSpMk id="9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38:20.941" v="381"/>
          <ac:cxnSpMkLst>
            <pc:docMk/>
            <pc:sldMk cId="3894047674" sldId="268"/>
            <ac:cxnSpMk id="15" creationId="{B05D162C-996E-4B39-A3EF-DB9D0EEF2E33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38:36.082" v="382"/>
          <ac:cxnSpMkLst>
            <pc:docMk/>
            <pc:sldMk cId="3894047674" sldId="268"/>
            <ac:cxnSpMk id="20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38:36.082" v="382"/>
          <ac:cxnSpMkLst>
            <pc:docMk/>
            <pc:sldMk cId="3894047674" sldId="268"/>
            <ac:cxnSpMk id="24" creationId="{6CA391F1-4B2C-521B-F6A5-52C74B30349D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39:57.506" v="400"/>
          <ac:cxnSpMkLst>
            <pc:docMk/>
            <pc:sldMk cId="3894047674" sldId="268"/>
            <ac:cxnSpMk id="29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39:57.506" v="400"/>
          <ac:cxnSpMkLst>
            <pc:docMk/>
            <pc:sldMk cId="3894047674" sldId="268"/>
            <ac:cxnSpMk id="33" creationId="{750527CE-FCD0-40C8-B37A-39331C2A4FDF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4:39:57.506" v="400"/>
          <ac:cxnSpMkLst>
            <pc:docMk/>
            <pc:sldMk cId="3894047674" sldId="268"/>
            <ac:cxnSpMk id="38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4:39:57.506" v="400"/>
          <ac:cxnSpMkLst>
            <pc:docMk/>
            <pc:sldMk cId="3894047674" sldId="268"/>
            <ac:cxnSpMk id="42" creationId="{6CA391F1-4B2C-521B-F6A5-52C74B30349D}"/>
          </ac:cxnSpMkLst>
        </pc:cxnChg>
      </pc:sldChg>
      <pc:sldChg chg="modSp new del">
        <pc:chgData name="Mariana Eliza Alves Costa" userId="S::1078276@sga.pucminas.br::c138fc88-73c0-47e1-b788-3e194ec42aa1" providerId="AD" clId="Web-{71B72462-F210-5DEC-A7E3-9F8987ECFCDC}" dt="2025-03-31T16:04:20.677" v="532"/>
        <pc:sldMkLst>
          <pc:docMk/>
          <pc:sldMk cId="1928511245" sldId="269"/>
        </pc:sldMkLst>
        <pc:spChg chg="mod">
          <ac:chgData name="Mariana Eliza Alves Costa" userId="S::1078276@sga.pucminas.br::c138fc88-73c0-47e1-b788-3e194ec42aa1" providerId="AD" clId="Web-{71B72462-F210-5DEC-A7E3-9F8987ECFCDC}" dt="2025-03-31T14:28:00.936" v="344" actId="20577"/>
          <ac:spMkLst>
            <pc:docMk/>
            <pc:sldMk cId="1928511245" sldId="269"/>
            <ac:spMk id="2" creationId="{5071CA09-90F7-9EB4-64D3-32740111CDF8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4:28:41.047" v="369" actId="20577"/>
          <ac:spMkLst>
            <pc:docMk/>
            <pc:sldMk cId="1928511245" sldId="269"/>
            <ac:spMk id="3" creationId="{111509A5-838D-5030-4F67-6C7C231C1C8F}"/>
          </ac:spMkLst>
        </pc:spChg>
      </pc:sldChg>
      <pc:sldChg chg="addSp modSp new mod setBg">
        <pc:chgData name="Mariana Eliza Alves Costa" userId="S::1078276@sga.pucminas.br::c138fc88-73c0-47e1-b788-3e194ec42aa1" providerId="AD" clId="Web-{71B72462-F210-5DEC-A7E3-9F8987ECFCDC}" dt="2025-03-31T14:43:43.092" v="446" actId="20577"/>
        <pc:sldMkLst>
          <pc:docMk/>
          <pc:sldMk cId="3501882919" sldId="270"/>
        </pc:sldMkLst>
        <pc:spChg chg="mod">
          <ac:chgData name="Mariana Eliza Alves Costa" userId="S::1078276@sga.pucminas.br::c138fc88-73c0-47e1-b788-3e194ec42aa1" providerId="AD" clId="Web-{71B72462-F210-5DEC-A7E3-9F8987ECFCDC}" dt="2025-03-31T14:43:24.044" v="435" actId="20577"/>
          <ac:spMkLst>
            <pc:docMk/>
            <pc:sldMk cId="3501882919" sldId="270"/>
            <ac:spMk id="2" creationId="{053BF8D7-BB51-3770-8224-FD5BC44BFD25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4:43:43.092" v="446" actId="20577"/>
          <ac:spMkLst>
            <pc:docMk/>
            <pc:sldMk cId="3501882919" sldId="270"/>
            <ac:spMk id="3" creationId="{D077EDBE-3499-FB06-13E2-25F2EA3509B4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40:49.899" v="428"/>
          <ac:spMkLst>
            <pc:docMk/>
            <pc:sldMk cId="3501882919" sldId="270"/>
            <ac:spMk id="8" creationId="{DBDA151C-5770-45E4-AAFF-59E7F403866D}"/>
          </ac:spMkLst>
        </pc:spChg>
        <pc:cxnChg chg="add">
          <ac:chgData name="Mariana Eliza Alves Costa" userId="S::1078276@sga.pucminas.br::c138fc88-73c0-47e1-b788-3e194ec42aa1" providerId="AD" clId="Web-{71B72462-F210-5DEC-A7E3-9F8987ECFCDC}" dt="2025-03-31T14:40:49.899" v="428"/>
          <ac:cxnSpMkLst>
            <pc:docMk/>
            <pc:sldMk cId="3501882919" sldId="270"/>
            <ac:cxnSpMk id="10" creationId="{E62D3963-2153-4637-96E6-E31BD2CE5D0D}"/>
          </ac:cxnSpMkLst>
        </pc:cxnChg>
      </pc:sldChg>
      <pc:sldChg chg="addSp modSp new mod setBg">
        <pc:chgData name="Mariana Eliza Alves Costa" userId="S::1078276@sga.pucminas.br::c138fc88-73c0-47e1-b788-3e194ec42aa1" providerId="AD" clId="Web-{71B72462-F210-5DEC-A7E3-9F8987ECFCDC}" dt="2025-03-31T18:32:43.570" v="805" actId="20577"/>
        <pc:sldMkLst>
          <pc:docMk/>
          <pc:sldMk cId="206395105" sldId="271"/>
        </pc:sldMkLst>
        <pc:spChg chg="mod">
          <ac:chgData name="Mariana Eliza Alves Costa" userId="S::1078276@sga.pucminas.br::c138fc88-73c0-47e1-b788-3e194ec42aa1" providerId="AD" clId="Web-{71B72462-F210-5DEC-A7E3-9F8987ECFCDC}" dt="2025-03-31T14:43:50.202" v="447"/>
          <ac:spMkLst>
            <pc:docMk/>
            <pc:sldMk cId="206395105" sldId="271"/>
            <ac:spMk id="2" creationId="{07D73D74-F1D9-9B31-394B-1F225B4ABF8B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8:32:43.570" v="805" actId="20577"/>
          <ac:spMkLst>
            <pc:docMk/>
            <pc:sldMk cId="206395105" sldId="271"/>
            <ac:spMk id="3" creationId="{C0810457-64F8-0BCA-4BD9-8F832D4692D2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43:50.202" v="447"/>
          <ac:spMkLst>
            <pc:docMk/>
            <pc:sldMk cId="206395105" sldId="271"/>
            <ac:spMk id="8" creationId="{DBDA151C-5770-45E4-AAFF-59E7F403866D}"/>
          </ac:spMkLst>
        </pc:spChg>
        <pc:cxnChg chg="add">
          <ac:chgData name="Mariana Eliza Alves Costa" userId="S::1078276@sga.pucminas.br::c138fc88-73c0-47e1-b788-3e194ec42aa1" providerId="AD" clId="Web-{71B72462-F210-5DEC-A7E3-9F8987ECFCDC}" dt="2025-03-31T14:43:50.202" v="447"/>
          <ac:cxnSpMkLst>
            <pc:docMk/>
            <pc:sldMk cId="206395105" sldId="271"/>
            <ac:cxnSpMk id="10" creationId="{E62D3963-2153-4637-96E6-E31BD2CE5D0D}"/>
          </ac:cxnSpMkLst>
        </pc:cxnChg>
      </pc:sldChg>
      <pc:sldChg chg="addSp modSp new mod setBg">
        <pc:chgData name="Mariana Eliza Alves Costa" userId="S::1078276@sga.pucminas.br::c138fc88-73c0-47e1-b788-3e194ec42aa1" providerId="AD" clId="Web-{71B72462-F210-5DEC-A7E3-9F8987ECFCDC}" dt="2025-03-31T14:44:30.406" v="458"/>
        <pc:sldMkLst>
          <pc:docMk/>
          <pc:sldMk cId="2788148519" sldId="272"/>
        </pc:sldMkLst>
        <pc:spChg chg="mod">
          <ac:chgData name="Mariana Eliza Alves Costa" userId="S::1078276@sga.pucminas.br::c138fc88-73c0-47e1-b788-3e194ec42aa1" providerId="AD" clId="Web-{71B72462-F210-5DEC-A7E3-9F8987ECFCDC}" dt="2025-03-31T14:44:30.406" v="458"/>
          <ac:spMkLst>
            <pc:docMk/>
            <pc:sldMk cId="2788148519" sldId="272"/>
            <ac:spMk id="2" creationId="{9A8787FB-3EEA-D2C0-78A9-E1A60625EC68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4:44:30.406" v="458"/>
          <ac:spMkLst>
            <pc:docMk/>
            <pc:sldMk cId="2788148519" sldId="272"/>
            <ac:spMk id="3" creationId="{EE749578-EB78-FB7D-CD7D-C05BD8757E33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44:30.406" v="458"/>
          <ac:spMkLst>
            <pc:docMk/>
            <pc:sldMk cId="2788148519" sldId="272"/>
            <ac:spMk id="8" creationId="{DBDA151C-5770-45E4-AAFF-59E7F403866D}"/>
          </ac:spMkLst>
        </pc:spChg>
        <pc:cxnChg chg="add">
          <ac:chgData name="Mariana Eliza Alves Costa" userId="S::1078276@sga.pucminas.br::c138fc88-73c0-47e1-b788-3e194ec42aa1" providerId="AD" clId="Web-{71B72462-F210-5DEC-A7E3-9F8987ECFCDC}" dt="2025-03-31T14:44:30.406" v="458"/>
          <ac:cxnSpMkLst>
            <pc:docMk/>
            <pc:sldMk cId="2788148519" sldId="272"/>
            <ac:cxnSpMk id="10" creationId="{E62D3963-2153-4637-96E6-E31BD2CE5D0D}"/>
          </ac:cxnSpMkLst>
        </pc:cxnChg>
      </pc:sldChg>
      <pc:sldChg chg="addSp delSp modSp new mod setBg">
        <pc:chgData name="Mariana Eliza Alves Costa" userId="S::1078276@sga.pucminas.br::c138fc88-73c0-47e1-b788-3e194ec42aa1" providerId="AD" clId="Web-{71B72462-F210-5DEC-A7E3-9F8987ECFCDC}" dt="2025-03-31T16:23:46.684" v="554" actId="14100"/>
        <pc:sldMkLst>
          <pc:docMk/>
          <pc:sldMk cId="1661062521" sldId="273"/>
        </pc:sldMkLst>
        <pc:spChg chg="mod">
          <ac:chgData name="Mariana Eliza Alves Costa" userId="S::1078276@sga.pucminas.br::c138fc88-73c0-47e1-b788-3e194ec42aa1" providerId="AD" clId="Web-{71B72462-F210-5DEC-A7E3-9F8987ECFCDC}" dt="2025-03-31T16:23:41.262" v="553" actId="14100"/>
          <ac:spMkLst>
            <pc:docMk/>
            <pc:sldMk cId="1661062521" sldId="273"/>
            <ac:spMk id="2" creationId="{79A2DD91-D76D-D0C6-0241-3C5E5F568DE5}"/>
          </ac:spMkLst>
        </pc:spChg>
        <pc:spChg chg="del mod">
          <ac:chgData name="Mariana Eliza Alves Costa" userId="S::1078276@sga.pucminas.br::c138fc88-73c0-47e1-b788-3e194ec42aa1" providerId="AD" clId="Web-{71B72462-F210-5DEC-A7E3-9F8987ECFCDC}" dt="2025-03-31T14:47:48.131" v="489"/>
          <ac:spMkLst>
            <pc:docMk/>
            <pc:sldMk cId="1661062521" sldId="273"/>
            <ac:spMk id="3" creationId="{A83A4E49-9AE1-E850-B2EF-F03E179384E6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47:48.131" v="489"/>
          <ac:spMkLst>
            <pc:docMk/>
            <pc:sldMk cId="1661062521" sldId="273"/>
            <ac:spMk id="9" creationId="{DBDA151C-5770-45E4-AAFF-59E7F403866D}"/>
          </ac:spMkLst>
        </pc:spChg>
        <pc:graphicFrameChg chg="add mod">
          <ac:chgData name="Mariana Eliza Alves Costa" userId="S::1078276@sga.pucminas.br::c138fc88-73c0-47e1-b788-3e194ec42aa1" providerId="AD" clId="Web-{71B72462-F210-5DEC-A7E3-9F8987ECFCDC}" dt="2025-03-31T16:23:46.684" v="554" actId="14100"/>
          <ac:graphicFrameMkLst>
            <pc:docMk/>
            <pc:sldMk cId="1661062521" sldId="273"/>
            <ac:graphicFrameMk id="5" creationId="{5237A746-B423-D3B7-CA5E-B7325B936750}"/>
          </ac:graphicFrameMkLst>
        </pc:graphicFrameChg>
        <pc:cxnChg chg="add">
          <ac:chgData name="Mariana Eliza Alves Costa" userId="S::1078276@sga.pucminas.br::c138fc88-73c0-47e1-b788-3e194ec42aa1" providerId="AD" clId="Web-{71B72462-F210-5DEC-A7E3-9F8987ECFCDC}" dt="2025-03-31T14:47:48.131" v="489"/>
          <ac:cxnSpMkLst>
            <pc:docMk/>
            <pc:sldMk cId="1661062521" sldId="273"/>
            <ac:cxnSpMk id="11" creationId="{05ADA91C-AD52-A530-A898-AD6E69874598}"/>
          </ac:cxnSpMkLst>
        </pc:cxnChg>
      </pc:sldChg>
      <pc:sldChg chg="new del">
        <pc:chgData name="Mariana Eliza Alves Costa" userId="S::1078276@sga.pucminas.br::c138fc88-73c0-47e1-b788-3e194ec42aa1" providerId="AD" clId="Web-{71B72462-F210-5DEC-A7E3-9F8987ECFCDC}" dt="2025-03-31T14:49:47.088" v="515"/>
        <pc:sldMkLst>
          <pc:docMk/>
          <pc:sldMk cId="1997840203" sldId="274"/>
        </pc:sldMkLst>
      </pc:sldChg>
      <pc:sldChg chg="addSp delSp modSp new mod setBg">
        <pc:chgData name="Mariana Eliza Alves Costa" userId="S::1078276@sga.pucminas.br::c138fc88-73c0-47e1-b788-3e194ec42aa1" providerId="AD" clId="Web-{71B72462-F210-5DEC-A7E3-9F8987ECFCDC}" dt="2025-03-31T16:27:54.239" v="571" actId="20577"/>
        <pc:sldMkLst>
          <pc:docMk/>
          <pc:sldMk cId="1789507290" sldId="275"/>
        </pc:sldMkLst>
        <pc:spChg chg="mod">
          <ac:chgData name="Mariana Eliza Alves Costa" userId="S::1078276@sga.pucminas.br::c138fc88-73c0-47e1-b788-3e194ec42aa1" providerId="AD" clId="Web-{71B72462-F210-5DEC-A7E3-9F8987ECFCDC}" dt="2025-03-31T16:27:54.239" v="571" actId="20577"/>
          <ac:spMkLst>
            <pc:docMk/>
            <pc:sldMk cId="1789507290" sldId="275"/>
            <ac:spMk id="2" creationId="{496A58BB-C6C0-CF78-AF15-503C08BB060C}"/>
          </ac:spMkLst>
        </pc:spChg>
        <pc:spChg chg="add del mod">
          <ac:chgData name="Mariana Eliza Alves Costa" userId="S::1078276@sga.pucminas.br::c138fc88-73c0-47e1-b788-3e194ec42aa1" providerId="AD" clId="Web-{71B72462-F210-5DEC-A7E3-9F8987ECFCDC}" dt="2025-03-31T14:49:30.150" v="513"/>
          <ac:spMkLst>
            <pc:docMk/>
            <pc:sldMk cId="1789507290" sldId="275"/>
            <ac:spMk id="3" creationId="{16B393FA-F310-EDA2-3E20-8627302F67AF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49:08.884" v="510"/>
          <ac:spMkLst>
            <pc:docMk/>
            <pc:sldMk cId="1789507290" sldId="275"/>
            <ac:spMk id="8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4:49:42.932" v="514"/>
          <ac:spMkLst>
            <pc:docMk/>
            <pc:sldMk cId="1789507290" sldId="275"/>
            <ac:spMk id="15" creationId="{DBDA151C-5770-45E4-AAFF-59E7F403866D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4:49:42.932" v="514"/>
          <ac:spMkLst>
            <pc:docMk/>
            <pc:sldMk cId="1789507290" sldId="275"/>
            <ac:spMk id="26" creationId="{DBDA151C-5770-45E4-AAFF-59E7F403866D}"/>
          </ac:spMkLst>
        </pc:spChg>
        <pc:graphicFrameChg chg="add del">
          <ac:chgData name="Mariana Eliza Alves Costa" userId="S::1078276@sga.pucminas.br::c138fc88-73c0-47e1-b788-3e194ec42aa1" providerId="AD" clId="Web-{71B72462-F210-5DEC-A7E3-9F8987ECFCDC}" dt="2025-03-31T14:49:30.119" v="512"/>
          <ac:graphicFrameMkLst>
            <pc:docMk/>
            <pc:sldMk cId="1789507290" sldId="275"/>
            <ac:graphicFrameMk id="19" creationId="{7040B496-F615-9FFF-E73F-D57588B7FB2F}"/>
          </ac:graphicFrameMkLst>
        </pc:graphicFrameChg>
        <pc:graphicFrameChg chg="add mod modGraphic">
          <ac:chgData name="Mariana Eliza Alves Costa" userId="S::1078276@sga.pucminas.br::c138fc88-73c0-47e1-b788-3e194ec42aa1" providerId="AD" clId="Web-{71B72462-F210-5DEC-A7E3-9F8987ECFCDC}" dt="2025-03-31T16:26:08.892" v="570" actId="14100"/>
          <ac:graphicFrameMkLst>
            <pc:docMk/>
            <pc:sldMk cId="1789507290" sldId="275"/>
            <ac:graphicFrameMk id="21" creationId="{D4AFBC64-589F-D55B-A2E5-5ED78B3F1D2F}"/>
          </ac:graphicFrameMkLst>
        </pc:graphicFrameChg>
        <pc:cxnChg chg="add del">
          <ac:chgData name="Mariana Eliza Alves Costa" userId="S::1078276@sga.pucminas.br::c138fc88-73c0-47e1-b788-3e194ec42aa1" providerId="AD" clId="Web-{71B72462-F210-5DEC-A7E3-9F8987ECFCDC}" dt="2025-03-31T14:49:08.884" v="510"/>
          <ac:cxnSpMkLst>
            <pc:docMk/>
            <pc:sldMk cId="1789507290" sldId="275"/>
            <ac:cxnSpMk id="10" creationId="{EB1E2835-13A9-CE41-5BA6-8BF45C9EE0B1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4:49:42.932" v="514"/>
          <ac:cxnSpMkLst>
            <pc:docMk/>
            <pc:sldMk cId="1789507290" sldId="275"/>
            <ac:cxnSpMk id="17" creationId="{E62D3963-2153-4637-96E6-E31BD2CE5D0D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4:49:42.932" v="514"/>
          <ac:cxnSpMkLst>
            <pc:docMk/>
            <pc:sldMk cId="1789507290" sldId="275"/>
            <ac:cxnSpMk id="28" creationId="{05ADA91C-AD52-A530-A898-AD6E69874598}"/>
          </ac:cxnSpMkLst>
        </pc:cxnChg>
      </pc:sldChg>
      <pc:sldChg chg="new del">
        <pc:chgData name="Mariana Eliza Alves Costa" userId="S::1078276@sga.pucminas.br::c138fc88-73c0-47e1-b788-3e194ec42aa1" providerId="AD" clId="Web-{71B72462-F210-5DEC-A7E3-9F8987ECFCDC}" dt="2025-03-31T16:14:51.058" v="536"/>
        <pc:sldMkLst>
          <pc:docMk/>
          <pc:sldMk cId="1409596474" sldId="276"/>
        </pc:sldMkLst>
      </pc:sldChg>
      <pc:sldChg chg="new del">
        <pc:chgData name="Mariana Eliza Alves Costa" userId="S::1078276@sga.pucminas.br::c138fc88-73c0-47e1-b788-3e194ec42aa1" providerId="AD" clId="Web-{71B72462-F210-5DEC-A7E3-9F8987ECFCDC}" dt="2025-03-31T16:14:52.386" v="537"/>
        <pc:sldMkLst>
          <pc:docMk/>
          <pc:sldMk cId="3488054568" sldId="277"/>
        </pc:sldMkLst>
      </pc:sldChg>
      <pc:sldChg chg="modSp new del">
        <pc:chgData name="Mariana Eliza Alves Costa" userId="S::1078276@sga.pucminas.br::c138fc88-73c0-47e1-b788-3e194ec42aa1" providerId="AD" clId="Web-{71B72462-F210-5DEC-A7E3-9F8987ECFCDC}" dt="2025-03-31T18:09:04.591" v="594"/>
        <pc:sldMkLst>
          <pc:docMk/>
          <pc:sldMk cId="272982773" sldId="278"/>
        </pc:sldMkLst>
        <pc:spChg chg="mod">
          <ac:chgData name="Mariana Eliza Alves Costa" userId="S::1078276@sga.pucminas.br::c138fc88-73c0-47e1-b788-3e194ec42aa1" providerId="AD" clId="Web-{71B72462-F210-5DEC-A7E3-9F8987ECFCDC}" dt="2025-03-31T16:02:29.049" v="526" actId="20577"/>
          <ac:spMkLst>
            <pc:docMk/>
            <pc:sldMk cId="272982773" sldId="278"/>
            <ac:spMk id="2" creationId="{E2E7FAC6-BF90-E25F-5EED-C1673253CCAE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6:04:02.192" v="531" actId="20577"/>
          <ac:spMkLst>
            <pc:docMk/>
            <pc:sldMk cId="272982773" sldId="278"/>
            <ac:spMk id="3" creationId="{6340A977-5708-B06C-4B9C-13207560235A}"/>
          </ac:spMkLst>
        </pc:spChg>
      </pc:sldChg>
      <pc:sldChg chg="modSp new">
        <pc:chgData name="Mariana Eliza Alves Costa" userId="S::1078276@sga.pucminas.br::c138fc88-73c0-47e1-b788-3e194ec42aa1" providerId="AD" clId="Web-{71B72462-F210-5DEC-A7E3-9F8987ECFCDC}" dt="2025-03-31T16:28:14.037" v="583" actId="20577"/>
        <pc:sldMkLst>
          <pc:docMk/>
          <pc:sldMk cId="1231823350" sldId="279"/>
        </pc:sldMkLst>
        <pc:spChg chg="mod">
          <ac:chgData name="Mariana Eliza Alves Costa" userId="S::1078276@sga.pucminas.br::c138fc88-73c0-47e1-b788-3e194ec42aa1" providerId="AD" clId="Web-{71B72462-F210-5DEC-A7E3-9F8987ECFCDC}" dt="2025-03-31T16:28:14.037" v="583" actId="20577"/>
          <ac:spMkLst>
            <pc:docMk/>
            <pc:sldMk cId="1231823350" sldId="279"/>
            <ac:spMk id="2" creationId="{1DE443B5-E345-DF6F-6192-2EE81C45BD2E}"/>
          </ac:spMkLst>
        </pc:spChg>
      </pc:sldChg>
      <pc:sldChg chg="new del">
        <pc:chgData name="Mariana Eliza Alves Costa" userId="S::1078276@sga.pucminas.br::c138fc88-73c0-47e1-b788-3e194ec42aa1" providerId="AD" clId="Web-{71B72462-F210-5DEC-A7E3-9F8987ECFCDC}" dt="2025-03-31T18:09:02.904" v="593"/>
        <pc:sldMkLst>
          <pc:docMk/>
          <pc:sldMk cId="3222370744" sldId="280"/>
        </pc:sldMkLst>
      </pc:sldChg>
      <pc:sldChg chg="addSp delSp modSp add mod replId setBg">
        <pc:chgData name="Mariana Eliza Alves Costa" userId="S::1078276@sga.pucminas.br::c138fc88-73c0-47e1-b788-3e194ec42aa1" providerId="AD" clId="Web-{71B72462-F210-5DEC-A7E3-9F8987ECFCDC}" dt="2025-03-31T18:43:33.924" v="880" actId="20577"/>
        <pc:sldMkLst>
          <pc:docMk/>
          <pc:sldMk cId="1597173864" sldId="281"/>
        </pc:sldMkLst>
        <pc:spChg chg="mod">
          <ac:chgData name="Mariana Eliza Alves Costa" userId="S::1078276@sga.pucminas.br::c138fc88-73c0-47e1-b788-3e194ec42aa1" providerId="AD" clId="Web-{71B72462-F210-5DEC-A7E3-9F8987ECFCDC}" dt="2025-03-31T18:43:33.924" v="880" actId="20577"/>
          <ac:spMkLst>
            <pc:docMk/>
            <pc:sldMk cId="1597173864" sldId="281"/>
            <ac:spMk id="2" creationId="{7BBE77DF-183A-B1B4-3A7E-4EDA81C66ABA}"/>
          </ac:spMkLst>
        </pc:spChg>
        <pc:spChg chg="add del mod ord">
          <ac:chgData name="Mariana Eliza Alves Costa" userId="S::1078276@sga.pucminas.br::c138fc88-73c0-47e1-b788-3e194ec42aa1" providerId="AD" clId="Web-{71B72462-F210-5DEC-A7E3-9F8987ECFCDC}" dt="2025-03-31T18:42:44.687" v="856"/>
          <ac:spMkLst>
            <pc:docMk/>
            <pc:sldMk cId="1597173864" sldId="281"/>
            <ac:spMk id="3" creationId="{2C8748E2-13E9-BDA2-D1EB-8C407AA1C1ED}"/>
          </ac:spMkLst>
        </pc:spChg>
        <pc:spChg chg="add del mod">
          <ac:chgData name="Mariana Eliza Alves Costa" userId="S::1078276@sga.pucminas.br::c138fc88-73c0-47e1-b788-3e194ec42aa1" providerId="AD" clId="Web-{71B72462-F210-5DEC-A7E3-9F8987ECFCDC}" dt="2025-03-31T18:42:09.389" v="843"/>
          <ac:spMkLst>
            <pc:docMk/>
            <pc:sldMk cId="1597173864" sldId="281"/>
            <ac:spMk id="5" creationId="{13AEF7C2-8FE3-07CE-9471-D8CF36440C41}"/>
          </ac:spMkLst>
        </pc:spChg>
        <pc:spChg chg="add mod">
          <ac:chgData name="Mariana Eliza Alves Costa" userId="S::1078276@sga.pucminas.br::c138fc88-73c0-47e1-b788-3e194ec42aa1" providerId="AD" clId="Web-{71B72462-F210-5DEC-A7E3-9F8987ECFCDC}" dt="2025-03-31T18:42:32.937" v="850" actId="14100"/>
          <ac:spMkLst>
            <pc:docMk/>
            <pc:sldMk cId="1597173864" sldId="281"/>
            <ac:spMk id="7" creationId="{0573686F-1B6A-97C9-1C64-A376DCC6F4CD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38:16.708" v="806"/>
          <ac:spMkLst>
            <pc:docMk/>
            <pc:sldMk cId="1597173864" sldId="281"/>
            <ac:spMk id="8" creationId="{DBDA151C-5770-45E4-AAFF-59E7F403866D}"/>
          </ac:spMkLst>
        </pc:spChg>
        <pc:spChg chg="add del mod">
          <ac:chgData name="Mariana Eliza Alves Costa" userId="S::1078276@sga.pucminas.br::c138fc88-73c0-47e1-b788-3e194ec42aa1" providerId="AD" clId="Web-{71B72462-F210-5DEC-A7E3-9F8987ECFCDC}" dt="2025-03-31T18:42:50.062" v="857"/>
          <ac:spMkLst>
            <pc:docMk/>
            <pc:sldMk cId="1597173864" sldId="281"/>
            <ac:spMk id="11" creationId="{E214D74F-0E04-2434-A17C-99D27AA09321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0:31.291" v="823"/>
          <ac:spMkLst>
            <pc:docMk/>
            <pc:sldMk cId="1597173864" sldId="281"/>
            <ac:spMk id="18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0:16.244" v="818"/>
          <ac:spMkLst>
            <pc:docMk/>
            <pc:sldMk cId="1597173864" sldId="281"/>
            <ac:spMk id="25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0:26.994" v="820"/>
          <ac:spMkLst>
            <pc:docMk/>
            <pc:sldMk cId="1597173864" sldId="281"/>
            <ac:spMk id="29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0:31.291" v="822"/>
          <ac:spMkLst>
            <pc:docMk/>
            <pc:sldMk cId="1597173864" sldId="281"/>
            <ac:spMk id="33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0:58.824" v="828"/>
          <ac:spMkLst>
            <pc:docMk/>
            <pc:sldMk cId="1597173864" sldId="281"/>
            <ac:spMk id="36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0:46.526" v="825"/>
          <ac:spMkLst>
            <pc:docMk/>
            <pc:sldMk cId="1597173864" sldId="281"/>
            <ac:spMk id="42" creationId="{744CAA32-F237-419C-A2DD-43C28D920D3C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0:58.808" v="827"/>
          <ac:spMkLst>
            <pc:docMk/>
            <pc:sldMk cId="1597173864" sldId="281"/>
            <ac:spMk id="48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1:31.466" v="835"/>
          <ac:spMkLst>
            <pc:docMk/>
            <pc:sldMk cId="1597173864" sldId="281"/>
            <ac:spMk id="51" creationId="{19F9BF86-FE94-4517-B97D-026C7515E589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1:31.450" v="834"/>
          <ac:spMkLst>
            <pc:docMk/>
            <pc:sldMk cId="1597173864" sldId="281"/>
            <ac:spMk id="57" creationId="{406BD704-01C2-4341-B99A-116CC7EC56EF}"/>
          </ac:spMkLst>
        </pc:spChg>
        <pc:spChg chg="add del">
          <ac:chgData name="Mariana Eliza Alves Costa" userId="S::1078276@sga.pucminas.br::c138fc88-73c0-47e1-b788-3e194ec42aa1" providerId="AD" clId="Web-{71B72462-F210-5DEC-A7E3-9F8987ECFCDC}" dt="2025-03-31T18:41:31.450" v="834"/>
          <ac:spMkLst>
            <pc:docMk/>
            <pc:sldMk cId="1597173864" sldId="281"/>
            <ac:spMk id="59" creationId="{0225C01B-A296-4FAA-AA46-794F27DF6934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8:41:31.466" v="835"/>
          <ac:spMkLst>
            <pc:docMk/>
            <pc:sldMk cId="1597173864" sldId="281"/>
            <ac:spMk id="64" creationId="{CFD1D2CD-954D-4C4D-B505-05EAD159B230}"/>
          </ac:spMkLst>
        </pc:spChg>
        <pc:picChg chg="add mod ord">
          <ac:chgData name="Mariana Eliza Alves Costa" userId="S::1078276@sga.pucminas.br::c138fc88-73c0-47e1-b788-3e194ec42aa1" providerId="AD" clId="Web-{71B72462-F210-5DEC-A7E3-9F8987ECFCDC}" dt="2025-03-31T18:41:31.466" v="835"/>
          <ac:picMkLst>
            <pc:docMk/>
            <pc:sldMk cId="1597173864" sldId="281"/>
            <ac:picMk id="12" creationId="{7304634E-30B8-B7BA-13E3-EAEEDA72F97C}"/>
          </ac:picMkLst>
        </pc:picChg>
        <pc:cxnChg chg="add del">
          <ac:chgData name="Mariana Eliza Alves Costa" userId="S::1078276@sga.pucminas.br::c138fc88-73c0-47e1-b788-3e194ec42aa1" providerId="AD" clId="Web-{71B72462-F210-5DEC-A7E3-9F8987ECFCDC}" dt="2025-03-31T18:38:16.708" v="806"/>
          <ac:cxnSpMkLst>
            <pc:docMk/>
            <pc:sldMk cId="1597173864" sldId="281"/>
            <ac:cxnSpMk id="10" creationId="{E62D3963-2153-4637-96E6-E31BD2CE5D0D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31.291" v="823"/>
          <ac:cxnSpMkLst>
            <pc:docMk/>
            <pc:sldMk cId="1597173864" sldId="281"/>
            <ac:cxnSpMk id="16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31.291" v="823"/>
          <ac:cxnSpMkLst>
            <pc:docMk/>
            <pc:sldMk cId="1597173864" sldId="281"/>
            <ac:cxnSpMk id="20" creationId="{6CA391F1-4B2C-521B-F6A5-52C74B30349D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16.244" v="818"/>
          <ac:cxnSpMkLst>
            <pc:docMk/>
            <pc:sldMk cId="1597173864" sldId="281"/>
            <ac:cxnSpMk id="27" creationId="{08052531-D50B-3899-B150-D05525F4F2B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26.994" v="820"/>
          <ac:cxnSpMkLst>
            <pc:docMk/>
            <pc:sldMk cId="1597173864" sldId="281"/>
            <ac:cxnSpMk id="30" creationId="{92025DBA-8780-9CA0-2826-FF6E3BD1A0C9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31.291" v="822"/>
          <ac:cxnSpMkLst>
            <pc:docMk/>
            <pc:sldMk cId="1597173864" sldId="281"/>
            <ac:cxnSpMk id="32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31.291" v="822"/>
          <ac:cxnSpMkLst>
            <pc:docMk/>
            <pc:sldMk cId="1597173864" sldId="281"/>
            <ac:cxnSpMk id="34" creationId="{6CA391F1-4B2C-521B-F6A5-52C74B30349D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58.824" v="828"/>
          <ac:cxnSpMkLst>
            <pc:docMk/>
            <pc:sldMk cId="1597173864" sldId="281"/>
            <ac:cxnSpMk id="37" creationId="{08052531-D50B-3899-B150-D05525F4F2B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46.526" v="825"/>
          <ac:cxnSpMkLst>
            <pc:docMk/>
            <pc:sldMk cId="1597173864" sldId="281"/>
            <ac:cxnSpMk id="44" creationId="{02C7985C-B0C3-CC50-E86A-B5EBA40E01DF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58.808" v="827"/>
          <ac:cxnSpMkLst>
            <pc:docMk/>
            <pc:sldMk cId="1597173864" sldId="281"/>
            <ac:cxnSpMk id="46" creationId="{6CA391F1-4B2C-521B-F6A5-52C74B30349D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0:58.808" v="827"/>
          <ac:cxnSpMkLst>
            <pc:docMk/>
            <pc:sldMk cId="1597173864" sldId="281"/>
            <ac:cxnSpMk id="47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1:31.466" v="835"/>
          <ac:cxnSpMkLst>
            <pc:docMk/>
            <pc:sldMk cId="1597173864" sldId="281"/>
            <ac:cxnSpMk id="50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1:31.466" v="835"/>
          <ac:cxnSpMkLst>
            <pc:docMk/>
            <pc:sldMk cId="1597173864" sldId="281"/>
            <ac:cxnSpMk id="52" creationId="{8CED01B4-40F2-4CAE-8062-1D4CE8454C35}"/>
          </ac:cxnSpMkLst>
        </pc:cxnChg>
        <pc:cxnChg chg="add del">
          <ac:chgData name="Mariana Eliza Alves Costa" userId="S::1078276@sga.pucminas.br::c138fc88-73c0-47e1-b788-3e194ec42aa1" providerId="AD" clId="Web-{71B72462-F210-5DEC-A7E3-9F8987ECFCDC}" dt="2025-03-31T18:41:31.450" v="834"/>
          <ac:cxnSpMkLst>
            <pc:docMk/>
            <pc:sldMk cId="1597173864" sldId="281"/>
            <ac:cxnSpMk id="61" creationId="{62713E66-598D-4B8A-9D2A-67C7AF46EF11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8:41:31.466" v="835"/>
          <ac:cxnSpMkLst>
            <pc:docMk/>
            <pc:sldMk cId="1597173864" sldId="281"/>
            <ac:cxnSpMk id="63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8:41:31.466" v="835"/>
          <ac:cxnSpMkLst>
            <pc:docMk/>
            <pc:sldMk cId="1597173864" sldId="281"/>
            <ac:cxnSpMk id="65" creationId="{A2D508B3-A66C-833E-D929-8DC211635676}"/>
          </ac:cxnSpMkLst>
        </pc:cxnChg>
      </pc:sldChg>
      <pc:sldChg chg="modSp add replId">
        <pc:chgData name="Mariana Eliza Alves Costa" userId="S::1078276@sga.pucminas.br::c138fc88-73c0-47e1-b788-3e194ec42aa1" providerId="AD" clId="Web-{71B72462-F210-5DEC-A7E3-9F8987ECFCDC}" dt="2025-03-31T18:31:25.551" v="797" actId="20577"/>
        <pc:sldMkLst>
          <pc:docMk/>
          <pc:sldMk cId="1901844762" sldId="282"/>
        </pc:sldMkLst>
        <pc:spChg chg="mod">
          <ac:chgData name="Mariana Eliza Alves Costa" userId="S::1078276@sga.pucminas.br::c138fc88-73c0-47e1-b788-3e194ec42aa1" providerId="AD" clId="Web-{71B72462-F210-5DEC-A7E3-9F8987ECFCDC}" dt="2025-03-31T18:16:08.202" v="599" actId="20577"/>
          <ac:spMkLst>
            <pc:docMk/>
            <pc:sldMk cId="1901844762" sldId="282"/>
            <ac:spMk id="2" creationId="{3442A541-FAFC-8117-A541-897B56D4256B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8:31:25.551" v="797" actId="20577"/>
          <ac:spMkLst>
            <pc:docMk/>
            <pc:sldMk cId="1901844762" sldId="282"/>
            <ac:spMk id="3" creationId="{D78BEC7E-7D70-9196-C912-A19F4735317C}"/>
          </ac:spMkLst>
        </pc:spChg>
      </pc:sldChg>
      <pc:sldChg chg="new del">
        <pc:chgData name="Mariana Eliza Alves Costa" userId="S::1078276@sga.pucminas.br::c138fc88-73c0-47e1-b788-3e194ec42aa1" providerId="AD" clId="Web-{71B72462-F210-5DEC-A7E3-9F8987ECFCDC}" dt="2025-03-31T18:30:58.722" v="781"/>
        <pc:sldMkLst>
          <pc:docMk/>
          <pc:sldMk cId="48328585" sldId="283"/>
        </pc:sldMkLst>
      </pc:sldChg>
      <pc:sldChg chg="addSp delSp modSp add del replId">
        <pc:chgData name="Mariana Eliza Alves Costa" userId="S::1078276@sga.pucminas.br::c138fc88-73c0-47e1-b788-3e194ec42aa1" providerId="AD" clId="Web-{71B72462-F210-5DEC-A7E3-9F8987ECFCDC}" dt="2025-03-31T18:44:15.425" v="888"/>
        <pc:sldMkLst>
          <pc:docMk/>
          <pc:sldMk cId="2819903555" sldId="284"/>
        </pc:sldMkLst>
        <pc:spChg chg="mod">
          <ac:chgData name="Mariana Eliza Alves Costa" userId="S::1078276@sga.pucminas.br::c138fc88-73c0-47e1-b788-3e194ec42aa1" providerId="AD" clId="Web-{71B72462-F210-5DEC-A7E3-9F8987ECFCDC}" dt="2025-03-31T18:29:04.280" v="743"/>
          <ac:spMkLst>
            <pc:docMk/>
            <pc:sldMk cId="2819903555" sldId="284"/>
            <ac:spMk id="2" creationId="{D68AE8C2-569E-F32C-FC22-D3DEA0AB4EB9}"/>
          </ac:spMkLst>
        </pc:spChg>
        <pc:spChg chg="mod">
          <ac:chgData name="Mariana Eliza Alves Costa" userId="S::1078276@sga.pucminas.br::c138fc88-73c0-47e1-b788-3e194ec42aa1" providerId="AD" clId="Web-{71B72462-F210-5DEC-A7E3-9F8987ECFCDC}" dt="2025-03-31T18:30:53.487" v="780" actId="14100"/>
          <ac:spMkLst>
            <pc:docMk/>
            <pc:sldMk cId="2819903555" sldId="284"/>
            <ac:spMk id="3" creationId="{43D05FCE-A162-F18A-E676-FFA612AC5899}"/>
          </ac:spMkLst>
        </pc:spChg>
        <pc:spChg chg="add del mod">
          <ac:chgData name="Mariana Eliza Alves Costa" userId="S::1078276@sga.pucminas.br::c138fc88-73c0-47e1-b788-3e194ec42aa1" providerId="AD" clId="Web-{71B72462-F210-5DEC-A7E3-9F8987ECFCDC}" dt="2025-03-31T18:25:39.975" v="670"/>
          <ac:spMkLst>
            <pc:docMk/>
            <pc:sldMk cId="2819903555" sldId="284"/>
            <ac:spMk id="5" creationId="{B76083C2-3159-9CAB-E5EC-A59A37DC078E}"/>
          </ac:spMkLst>
        </pc:spChg>
        <pc:spChg chg="add del mod">
          <ac:chgData name="Mariana Eliza Alves Costa" userId="S::1078276@sga.pucminas.br::c138fc88-73c0-47e1-b788-3e194ec42aa1" providerId="AD" clId="Web-{71B72462-F210-5DEC-A7E3-9F8987ECFCDC}" dt="2025-03-31T18:27:32.745" v="721"/>
          <ac:spMkLst>
            <pc:docMk/>
            <pc:sldMk cId="2819903555" sldId="284"/>
            <ac:spMk id="7" creationId="{9556A7E5-2963-612B-8C5A-AA6CA10169BA}"/>
          </ac:spMkLst>
        </pc:spChg>
        <pc:spChg chg="del mod">
          <ac:chgData name="Mariana Eliza Alves Costa" userId="S::1078276@sga.pucminas.br::c138fc88-73c0-47e1-b788-3e194ec42aa1" providerId="AD" clId="Web-{71B72462-F210-5DEC-A7E3-9F8987ECFCDC}" dt="2025-03-31T18:29:04.280" v="743"/>
          <ac:spMkLst>
            <pc:docMk/>
            <pc:sldMk cId="2819903555" sldId="284"/>
            <ac:spMk id="8" creationId="{C88E799A-E8C6-A98C-E5C3-E1138A4E9C37}"/>
          </ac:spMkLst>
        </pc:spChg>
        <pc:spChg chg="add mod">
          <ac:chgData name="Mariana Eliza Alves Costa" userId="S::1078276@sga.pucminas.br::c138fc88-73c0-47e1-b788-3e194ec42aa1" providerId="AD" clId="Web-{71B72462-F210-5DEC-A7E3-9F8987ECFCDC}" dt="2025-03-31T18:30:42.221" v="776" actId="1076"/>
          <ac:spMkLst>
            <pc:docMk/>
            <pc:sldMk cId="2819903555" sldId="284"/>
            <ac:spMk id="11" creationId="{620590A4-39C9-0FF3-3F65-9B7B4D810DF2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8:29:04.280" v="743"/>
          <ac:spMkLst>
            <pc:docMk/>
            <pc:sldMk cId="2819903555" sldId="284"/>
            <ac:spMk id="15" creationId="{063F27BC-7079-4FF7-8F7C-ABC82FA3C247}"/>
          </ac:spMkLst>
        </pc:spChg>
        <pc:cxnChg chg="del">
          <ac:chgData name="Mariana Eliza Alves Costa" userId="S::1078276@sga.pucminas.br::c138fc88-73c0-47e1-b788-3e194ec42aa1" providerId="AD" clId="Web-{71B72462-F210-5DEC-A7E3-9F8987ECFCDC}" dt="2025-03-31T18:29:04.280" v="743"/>
          <ac:cxnSpMkLst>
            <pc:docMk/>
            <pc:sldMk cId="2819903555" sldId="284"/>
            <ac:cxnSpMk id="10" creationId="{84EF8025-9BCD-1BC8-0978-00392ABFE66C}"/>
          </ac:cxnSpMkLst>
        </pc:cxnChg>
        <pc:cxnChg chg="add">
          <ac:chgData name="Mariana Eliza Alves Costa" userId="S::1078276@sga.pucminas.br::c138fc88-73c0-47e1-b788-3e194ec42aa1" providerId="AD" clId="Web-{71B72462-F210-5DEC-A7E3-9F8987ECFCDC}" dt="2025-03-31T18:29:04.280" v="743"/>
          <ac:cxnSpMkLst>
            <pc:docMk/>
            <pc:sldMk cId="2819903555" sldId="284"/>
            <ac:cxnSpMk id="17" creationId="{40BBF191-9CC8-4313-B1CA-8DF1A53AE4F9}"/>
          </ac:cxnSpMkLst>
        </pc:cxnChg>
      </pc:sldChg>
      <pc:sldChg chg="addSp delSp modSp add replId">
        <pc:chgData name="Mariana Eliza Alves Costa" userId="S::1078276@sga.pucminas.br::c138fc88-73c0-47e1-b788-3e194ec42aa1" providerId="AD" clId="Web-{71B72462-F210-5DEC-A7E3-9F8987ECFCDC}" dt="2025-03-31T18:44:13.003" v="887"/>
        <pc:sldMkLst>
          <pc:docMk/>
          <pc:sldMk cId="805905377" sldId="285"/>
        </pc:sldMkLst>
        <pc:spChg chg="mod">
          <ac:chgData name="Mariana Eliza Alves Costa" userId="S::1078276@sga.pucminas.br::c138fc88-73c0-47e1-b788-3e194ec42aa1" providerId="AD" clId="Web-{71B72462-F210-5DEC-A7E3-9F8987ECFCDC}" dt="2025-03-31T18:43:54.487" v="884" actId="20577"/>
          <ac:spMkLst>
            <pc:docMk/>
            <pc:sldMk cId="805905377" sldId="285"/>
            <ac:spMk id="2" creationId="{6B11DE83-86C9-9220-13E9-EE8E8495713A}"/>
          </ac:spMkLst>
        </pc:spChg>
        <pc:spChg chg="del">
          <ac:chgData name="Mariana Eliza Alves Costa" userId="S::1078276@sga.pucminas.br::c138fc88-73c0-47e1-b788-3e194ec42aa1" providerId="AD" clId="Web-{71B72462-F210-5DEC-A7E3-9F8987ECFCDC}" dt="2025-03-31T18:44:02.097" v="885"/>
          <ac:spMkLst>
            <pc:docMk/>
            <pc:sldMk cId="805905377" sldId="285"/>
            <ac:spMk id="3" creationId="{73264DD8-40E5-C9C5-F6AC-099A049C5DC8}"/>
          </ac:spMkLst>
        </pc:spChg>
        <pc:spChg chg="add">
          <ac:chgData name="Mariana Eliza Alves Costa" userId="S::1078276@sga.pucminas.br::c138fc88-73c0-47e1-b788-3e194ec42aa1" providerId="AD" clId="Web-{71B72462-F210-5DEC-A7E3-9F8987ECFCDC}" dt="2025-03-31T18:44:07.769" v="886"/>
          <ac:spMkLst>
            <pc:docMk/>
            <pc:sldMk cId="805905377" sldId="285"/>
            <ac:spMk id="5" creationId="{2CE4D924-F66D-427B-76CB-FA5D6E25E45B}"/>
          </ac:spMkLst>
        </pc:spChg>
        <pc:spChg chg="add mod">
          <ac:chgData name="Mariana Eliza Alves Costa" userId="S::1078276@sga.pucminas.br::c138fc88-73c0-47e1-b788-3e194ec42aa1" providerId="AD" clId="Web-{71B72462-F210-5DEC-A7E3-9F8987ECFCDC}" dt="2025-03-31T18:44:13.003" v="887"/>
          <ac:spMkLst>
            <pc:docMk/>
            <pc:sldMk cId="805905377" sldId="285"/>
            <ac:spMk id="7" creationId="{4F5197E5-CFF6-83CA-1BCD-00131ABFE05D}"/>
          </ac:spMkLst>
        </pc:spChg>
      </pc:sldChg>
    </pc:docChg>
  </pc:docChgLst>
  <pc:docChgLst>
    <pc:chgData name="Usuário Convidado" userId="S::urn:spo:tenantanon#14cbd5a7-ec94-46ba-b314-cc0fc972a161::" providerId="AD" clId="Web-{F013BD17-9408-0DEC-8AE1-A820F71FBB60}"/>
    <pc:docChg chg="modSld">
      <pc:chgData name="Usuário Convidado" userId="S::urn:spo:tenantanon#14cbd5a7-ec94-46ba-b314-cc0fc972a161::" providerId="AD" clId="Web-{F013BD17-9408-0DEC-8AE1-A820F71FBB60}" dt="2025-05-05T01:00:34.185" v="4"/>
      <pc:docMkLst>
        <pc:docMk/>
      </pc:docMkLst>
      <pc:sldChg chg="modSp">
        <pc:chgData name="Usuário Convidado" userId="S::urn:spo:tenantanon#14cbd5a7-ec94-46ba-b314-cc0fc972a161::" providerId="AD" clId="Web-{F013BD17-9408-0DEC-8AE1-A820F71FBB60}" dt="2025-05-05T00:59:27.009" v="3" actId="20577"/>
        <pc:sldMkLst>
          <pc:docMk/>
          <pc:sldMk cId="3082404486" sldId="287"/>
        </pc:sldMkLst>
        <pc:spChg chg="mod">
          <ac:chgData name="Usuário Convidado" userId="S::urn:spo:tenantanon#14cbd5a7-ec94-46ba-b314-cc0fc972a161::" providerId="AD" clId="Web-{F013BD17-9408-0DEC-8AE1-A820F71FBB60}" dt="2025-05-05T00:59:27.009" v="3" actId="20577"/>
          <ac:spMkLst>
            <pc:docMk/>
            <pc:sldMk cId="3082404486" sldId="287"/>
            <ac:spMk id="2" creationId="{AF4131DB-A9E0-B4E7-50FC-BCAD3C511804}"/>
          </ac:spMkLst>
        </pc:spChg>
      </pc:sldChg>
      <pc:sldChg chg="delSp">
        <pc:chgData name="Usuário Convidado" userId="S::urn:spo:tenantanon#14cbd5a7-ec94-46ba-b314-cc0fc972a161::" providerId="AD" clId="Web-{F013BD17-9408-0DEC-8AE1-A820F71FBB60}" dt="2025-05-05T01:00:34.185" v="4"/>
        <pc:sldMkLst>
          <pc:docMk/>
          <pc:sldMk cId="2032450583" sldId="310"/>
        </pc:sldMkLst>
        <pc:spChg chg="del">
          <ac:chgData name="Usuário Convidado" userId="S::urn:spo:tenantanon#14cbd5a7-ec94-46ba-b314-cc0fc972a161::" providerId="AD" clId="Web-{F013BD17-9408-0DEC-8AE1-A820F71FBB60}" dt="2025-05-05T01:00:34.185" v="4"/>
          <ac:spMkLst>
            <pc:docMk/>
            <pc:sldMk cId="2032450583" sldId="310"/>
            <ac:spMk id="3" creationId="{3177DBD9-E02F-A3F1-DA52-90048A92F267}"/>
          </ac:spMkLst>
        </pc:spChg>
      </pc:sldChg>
    </pc:docChg>
  </pc:docChgLst>
  <pc:docChgLst>
    <pc:chgData name="Usuário Convidado" userId="S::urn:spo:tenantanon#14cbd5a7-ec94-46ba-b314-cc0fc972a161::" providerId="AD" clId="Web-{23D67197-9315-DA4A-A13C-95DB816AF808}"/>
    <pc:docChg chg="modSld">
      <pc:chgData name="Usuário Convidado" userId="S::urn:spo:tenantanon#14cbd5a7-ec94-46ba-b314-cc0fc972a161::" providerId="AD" clId="Web-{23D67197-9315-DA4A-A13C-95DB816AF808}" dt="2025-06-01T20:00:13.783" v="78" actId="1076"/>
      <pc:docMkLst>
        <pc:docMk/>
      </pc:docMkLst>
      <pc:sldChg chg="modSp">
        <pc:chgData name="Usuário Convidado" userId="S::urn:spo:tenantanon#14cbd5a7-ec94-46ba-b314-cc0fc972a161::" providerId="AD" clId="Web-{23D67197-9315-DA4A-A13C-95DB816AF808}" dt="2025-06-01T19:31:12.949" v="15" actId="20577"/>
        <pc:sldMkLst>
          <pc:docMk/>
          <pc:sldMk cId="1661062521" sldId="273"/>
        </pc:sldMkLst>
        <pc:spChg chg="mod">
          <ac:chgData name="Usuário Convidado" userId="S::urn:spo:tenantanon#14cbd5a7-ec94-46ba-b314-cc0fc972a161::" providerId="AD" clId="Web-{23D67197-9315-DA4A-A13C-95DB816AF808}" dt="2025-06-01T19:31:12.949" v="15" actId="20577"/>
          <ac:spMkLst>
            <pc:docMk/>
            <pc:sldMk cId="1661062521" sldId="273"/>
            <ac:spMk id="37" creationId="{E81E2DAF-A953-EF0F-7FA8-E2D05BB9BCCE}"/>
          </ac:spMkLst>
        </pc:spChg>
      </pc:sldChg>
      <pc:sldChg chg="addSp delSp modSp mod setBg">
        <pc:chgData name="Usuário Convidado" userId="S::urn:spo:tenantanon#14cbd5a7-ec94-46ba-b314-cc0fc972a161::" providerId="AD" clId="Web-{23D67197-9315-DA4A-A13C-95DB816AF808}" dt="2025-06-01T20:00:13.783" v="78" actId="1076"/>
        <pc:sldMkLst>
          <pc:docMk/>
          <pc:sldMk cId="1231823350" sldId="279"/>
        </pc:sldMkLst>
        <pc:spChg chg="add del mod">
          <ac:chgData name="Usuário Convidado" userId="S::urn:spo:tenantanon#14cbd5a7-ec94-46ba-b314-cc0fc972a161::" providerId="AD" clId="Web-{23D67197-9315-DA4A-A13C-95DB816AF808}" dt="2025-06-01T19:37:06.662" v="34"/>
          <ac:spMkLst>
            <pc:docMk/>
            <pc:sldMk cId="1231823350" sldId="279"/>
            <ac:spMk id="3" creationId="{C04FDA8A-A4F4-331F-5F54-F2267F547651}"/>
          </ac:spMkLst>
        </pc:spChg>
        <pc:spChg chg="add del mod">
          <ac:chgData name="Usuário Convidado" userId="S::urn:spo:tenantanon#14cbd5a7-ec94-46ba-b314-cc0fc972a161::" providerId="AD" clId="Web-{23D67197-9315-DA4A-A13C-95DB816AF808}" dt="2025-06-01T19:39:56.120" v="50"/>
          <ac:spMkLst>
            <pc:docMk/>
            <pc:sldMk cId="1231823350" sldId="279"/>
            <ac:spMk id="7" creationId="{5560BD68-29EF-91BC-53FD-1F869C4B8258}"/>
          </ac:spMkLst>
        </pc:spChg>
        <pc:spChg chg="add del mod">
          <ac:chgData name="Usuário Convidado" userId="S::urn:spo:tenantanon#14cbd5a7-ec94-46ba-b314-cc0fc972a161::" providerId="AD" clId="Web-{23D67197-9315-DA4A-A13C-95DB816AF808}" dt="2025-06-01T19:57:39.591" v="61"/>
          <ac:spMkLst>
            <pc:docMk/>
            <pc:sldMk cId="1231823350" sldId="279"/>
            <ac:spMk id="10" creationId="{A11CCAB5-5729-007E-F48C-0BF8F0741B9D}"/>
          </ac:spMkLst>
        </pc:spChg>
        <pc:spChg chg="add del mod">
          <ac:chgData name="Usuário Convidado" userId="S::urn:spo:tenantanon#14cbd5a7-ec94-46ba-b314-cc0fc972a161::" providerId="AD" clId="Web-{23D67197-9315-DA4A-A13C-95DB816AF808}" dt="2025-06-01T19:59:57.579" v="73"/>
          <ac:spMkLst>
            <pc:docMk/>
            <pc:sldMk cId="1231823350" sldId="279"/>
            <ac:spMk id="13" creationId="{82D7B752-73D3-5A34-E1E6-6FC9CFAF1319}"/>
          </ac:spMkLst>
        </pc:spChg>
        <pc:spChg chg="add del mod">
          <ac:chgData name="Usuário Convidado" userId="S::urn:spo:tenantanon#14cbd5a7-ec94-46ba-b314-cc0fc972a161::" providerId="AD" clId="Web-{23D67197-9315-DA4A-A13C-95DB816AF808}" dt="2025-06-01T20:00:05.626" v="75"/>
          <ac:spMkLst>
            <pc:docMk/>
            <pc:sldMk cId="1231823350" sldId="279"/>
            <ac:spMk id="16" creationId="{0C24F2C9-E132-F53E-111D-25A9309C728C}"/>
          </ac:spMkLst>
        </pc:spChg>
        <pc:picChg chg="del">
          <ac:chgData name="Usuário Convidado" userId="S::urn:spo:tenantanon#14cbd5a7-ec94-46ba-b314-cc0fc972a161::" providerId="AD" clId="Web-{23D67197-9315-DA4A-A13C-95DB816AF808}" dt="2025-06-01T19:37:05.256" v="33"/>
          <ac:picMkLst>
            <pc:docMk/>
            <pc:sldMk cId="1231823350" sldId="279"/>
            <ac:picMk id="4" creationId="{4B7431DF-6C88-13B6-9E53-C99925F8813B}"/>
          </ac:picMkLst>
        </pc:picChg>
        <pc:picChg chg="add del mod ord">
          <ac:chgData name="Usuário Convidado" userId="S::urn:spo:tenantanon#14cbd5a7-ec94-46ba-b314-cc0fc972a161::" providerId="AD" clId="Web-{23D67197-9315-DA4A-A13C-95DB816AF808}" dt="2025-06-01T19:37:59.210" v="49"/>
          <ac:picMkLst>
            <pc:docMk/>
            <pc:sldMk cId="1231823350" sldId="279"/>
            <ac:picMk id="5" creationId="{450776DD-977C-0B84-5EC4-A292E6FD129A}"/>
          </ac:picMkLst>
        </pc:picChg>
        <pc:picChg chg="add del mod ord">
          <ac:chgData name="Usuário Convidado" userId="S::urn:spo:tenantanon#14cbd5a7-ec94-46ba-b314-cc0fc972a161::" providerId="AD" clId="Web-{23D67197-9315-DA4A-A13C-95DB816AF808}" dt="2025-06-01T19:57:37.935" v="60"/>
          <ac:picMkLst>
            <pc:docMk/>
            <pc:sldMk cId="1231823350" sldId="279"/>
            <ac:picMk id="8" creationId="{6A658E39-35DF-52F7-EFA0-2BE52B01ED1A}"/>
          </ac:picMkLst>
        </pc:picChg>
        <pc:picChg chg="add del mod ord">
          <ac:chgData name="Usuário Convidado" userId="S::urn:spo:tenantanon#14cbd5a7-ec94-46ba-b314-cc0fc972a161::" providerId="AD" clId="Web-{23D67197-9315-DA4A-A13C-95DB816AF808}" dt="2025-06-01T20:00:02.876" v="74"/>
          <ac:picMkLst>
            <pc:docMk/>
            <pc:sldMk cId="1231823350" sldId="279"/>
            <ac:picMk id="11" creationId="{D61874FC-FCA7-4E86-AABC-FDFE1F0ACD01}"/>
          </ac:picMkLst>
        </pc:picChg>
        <pc:picChg chg="add del mod ord">
          <ac:chgData name="Usuário Convidado" userId="S::urn:spo:tenantanon#14cbd5a7-ec94-46ba-b314-cc0fc972a161::" providerId="AD" clId="Web-{23D67197-9315-DA4A-A13C-95DB816AF808}" dt="2025-06-01T19:59:55.782" v="72"/>
          <ac:picMkLst>
            <pc:docMk/>
            <pc:sldMk cId="1231823350" sldId="279"/>
            <ac:picMk id="14" creationId="{39432260-AF69-1436-753C-EB22BC93E228}"/>
          </ac:picMkLst>
        </pc:picChg>
        <pc:picChg chg="add mod ord">
          <ac:chgData name="Usuário Convidado" userId="S::urn:spo:tenantanon#14cbd5a7-ec94-46ba-b314-cc0fc972a161::" providerId="AD" clId="Web-{23D67197-9315-DA4A-A13C-95DB816AF808}" dt="2025-06-01T20:00:13.783" v="78" actId="1076"/>
          <ac:picMkLst>
            <pc:docMk/>
            <pc:sldMk cId="1231823350" sldId="279"/>
            <ac:picMk id="17" creationId="{103FEAAD-7299-F17B-2A4B-FEDB9A1FAF31}"/>
          </ac:picMkLst>
        </pc:picChg>
      </pc:sldChg>
      <pc:sldChg chg="addSp delSp modSp">
        <pc:chgData name="Usuário Convidado" userId="S::urn:spo:tenantanon#14cbd5a7-ec94-46ba-b314-cc0fc972a161::" providerId="AD" clId="Web-{23D67197-9315-DA4A-A13C-95DB816AF808}" dt="2025-06-01T19:42:58.687" v="59" actId="14100"/>
        <pc:sldMkLst>
          <pc:docMk/>
          <pc:sldMk cId="2903880357" sldId="311"/>
        </pc:sldMkLst>
        <pc:spChg chg="mod">
          <ac:chgData name="Usuário Convidado" userId="S::urn:spo:tenantanon#14cbd5a7-ec94-46ba-b314-cc0fc972a161::" providerId="AD" clId="Web-{23D67197-9315-DA4A-A13C-95DB816AF808}" dt="2025-06-01T19:31:23.543" v="16" actId="20577"/>
          <ac:spMkLst>
            <pc:docMk/>
            <pc:sldMk cId="2903880357" sldId="311"/>
            <ac:spMk id="2" creationId="{6D521972-2465-44C0-034F-C7C2A75E43A3}"/>
          </ac:spMkLst>
        </pc:spChg>
        <pc:picChg chg="add del mod">
          <ac:chgData name="Usuário Convidado" userId="S::urn:spo:tenantanon#14cbd5a7-ec94-46ba-b314-cc0fc972a161::" providerId="AD" clId="Web-{23D67197-9315-DA4A-A13C-95DB816AF808}" dt="2025-06-01T19:28:53.038" v="9"/>
          <ac:picMkLst>
            <pc:docMk/>
            <pc:sldMk cId="2903880357" sldId="311"/>
            <ac:picMk id="3" creationId="{BE3EF0EA-7685-F984-FB9A-3431E5C5B5A0}"/>
          </ac:picMkLst>
        </pc:picChg>
        <pc:picChg chg="add del mod">
          <ac:chgData name="Usuário Convidado" userId="S::urn:spo:tenantanon#14cbd5a7-ec94-46ba-b314-cc0fc972a161::" providerId="AD" clId="Web-{23D67197-9315-DA4A-A13C-95DB816AF808}" dt="2025-06-01T19:31:39.106" v="23"/>
          <ac:picMkLst>
            <pc:docMk/>
            <pc:sldMk cId="2903880357" sldId="311"/>
            <ac:picMk id="4" creationId="{F56C1601-4F36-CDC8-58DC-04B34F85DD14}"/>
          </ac:picMkLst>
        </pc:picChg>
        <pc:picChg chg="add mod modCrop">
          <ac:chgData name="Usuário Convidado" userId="S::urn:spo:tenantanon#14cbd5a7-ec94-46ba-b314-cc0fc972a161::" providerId="AD" clId="Web-{23D67197-9315-DA4A-A13C-95DB816AF808}" dt="2025-06-01T19:42:58.687" v="59" actId="14100"/>
          <ac:picMkLst>
            <pc:docMk/>
            <pc:sldMk cId="2903880357" sldId="311"/>
            <ac:picMk id="5" creationId="{E5574247-81C7-FCE8-6445-43168370E3AC}"/>
          </ac:picMkLst>
        </pc:picChg>
        <pc:picChg chg="add del">
          <ac:chgData name="Usuário Convidado" userId="S::urn:spo:tenantanon#14cbd5a7-ec94-46ba-b314-cc0fc972a161::" providerId="AD" clId="Web-{23D67197-9315-DA4A-A13C-95DB816AF808}" dt="2025-06-01T19:31:24.605" v="17"/>
          <ac:picMkLst>
            <pc:docMk/>
            <pc:sldMk cId="2903880357" sldId="311"/>
            <ac:picMk id="6" creationId="{29E74D11-62D4-29C6-D39F-946C843F1314}"/>
          </ac:picMkLst>
        </pc:picChg>
      </pc:sldChg>
    </pc:docChg>
  </pc:docChgLst>
  <pc:docChgLst>
    <pc:chgData name="Mariana Eliza Alves Costa" userId="S::1078276@sga.pucminas.br::c138fc88-73c0-47e1-b788-3e194ec42aa1" providerId="AD" clId="Web-{66E3BB39-E97E-F442-41EF-4868209034D3}"/>
    <pc:docChg chg="addSld delSld modSld">
      <pc:chgData name="Mariana Eliza Alves Costa" userId="S::1078276@sga.pucminas.br::c138fc88-73c0-47e1-b788-3e194ec42aa1" providerId="AD" clId="Web-{66E3BB39-E97E-F442-41EF-4868209034D3}" dt="2025-05-04T22:17:31.317" v="24"/>
      <pc:docMkLst>
        <pc:docMk/>
      </pc:docMkLst>
      <pc:sldChg chg="del">
        <pc:chgData name="Mariana Eliza Alves Costa" userId="S::1078276@sga.pucminas.br::c138fc88-73c0-47e1-b788-3e194ec42aa1" providerId="AD" clId="Web-{66E3BB39-E97E-F442-41EF-4868209034D3}" dt="2025-05-04T22:17:31.317" v="24"/>
        <pc:sldMkLst>
          <pc:docMk/>
          <pc:sldMk cId="2673483528" sldId="306"/>
        </pc:sldMkLst>
      </pc:sldChg>
      <pc:sldChg chg="del">
        <pc:chgData name="Mariana Eliza Alves Costa" userId="S::1078276@sga.pucminas.br::c138fc88-73c0-47e1-b788-3e194ec42aa1" providerId="AD" clId="Web-{66E3BB39-E97E-F442-41EF-4868209034D3}" dt="2025-05-04T22:17:30.395" v="23"/>
        <pc:sldMkLst>
          <pc:docMk/>
          <pc:sldMk cId="3738648401" sldId="308"/>
        </pc:sldMkLst>
      </pc:sldChg>
      <pc:sldChg chg="del">
        <pc:chgData name="Mariana Eliza Alves Costa" userId="S::1078276@sga.pucminas.br::c138fc88-73c0-47e1-b788-3e194ec42aa1" providerId="AD" clId="Web-{66E3BB39-E97E-F442-41EF-4868209034D3}" dt="2025-05-04T22:17:30.348" v="22"/>
        <pc:sldMkLst>
          <pc:docMk/>
          <pc:sldMk cId="3483898227" sldId="309"/>
        </pc:sldMkLst>
      </pc:sldChg>
      <pc:sldChg chg="addSp delSp modSp">
        <pc:chgData name="Mariana Eliza Alves Costa" userId="S::1078276@sga.pucminas.br::c138fc88-73c0-47e1-b788-3e194ec42aa1" providerId="AD" clId="Web-{66E3BB39-E97E-F442-41EF-4868209034D3}" dt="2025-05-04T22:16:41.487" v="4"/>
        <pc:sldMkLst>
          <pc:docMk/>
          <pc:sldMk cId="4024451959" sldId="316"/>
        </pc:sldMkLst>
        <pc:spChg chg="mod">
          <ac:chgData name="Mariana Eliza Alves Costa" userId="S::1078276@sga.pucminas.br::c138fc88-73c0-47e1-b788-3e194ec42aa1" providerId="AD" clId="Web-{66E3BB39-E97E-F442-41EF-4868209034D3}" dt="2025-05-04T22:16:41.487" v="4"/>
          <ac:spMkLst>
            <pc:docMk/>
            <pc:sldMk cId="4024451959" sldId="316"/>
            <ac:spMk id="2" creationId="{A2DDA174-4AA1-2343-29C0-AA66B4F1EE1C}"/>
          </ac:spMkLst>
        </pc:spChg>
        <pc:spChg chg="del">
          <ac:chgData name="Mariana Eliza Alves Costa" userId="S::1078276@sga.pucminas.br::c138fc88-73c0-47e1-b788-3e194ec42aa1" providerId="AD" clId="Web-{66E3BB39-E97E-F442-41EF-4868209034D3}" dt="2025-05-04T22:16:41.487" v="4"/>
          <ac:spMkLst>
            <pc:docMk/>
            <pc:sldMk cId="4024451959" sldId="316"/>
            <ac:spMk id="9" creationId="{21C69525-1BE4-4BA0-A23C-3BB6C162EFB9}"/>
          </ac:spMkLst>
        </pc:spChg>
        <pc:spChg chg="add">
          <ac:chgData name="Mariana Eliza Alves Costa" userId="S::1078276@sga.pucminas.br::c138fc88-73c0-47e1-b788-3e194ec42aa1" providerId="AD" clId="Web-{66E3BB39-E97E-F442-41EF-4868209034D3}" dt="2025-05-04T22:16:41.487" v="4"/>
          <ac:spMkLst>
            <pc:docMk/>
            <pc:sldMk cId="4024451959" sldId="316"/>
            <ac:spMk id="16" creationId="{DBDA151C-5770-45E4-AAFF-59E7F403866D}"/>
          </ac:spMkLst>
        </pc:spChg>
        <pc:graphicFrameChg chg="mod modGraphic">
          <ac:chgData name="Mariana Eliza Alves Costa" userId="S::1078276@sga.pucminas.br::c138fc88-73c0-47e1-b788-3e194ec42aa1" providerId="AD" clId="Web-{66E3BB39-E97E-F442-41EF-4868209034D3}" dt="2025-05-04T22:16:41.487" v="4"/>
          <ac:graphicFrameMkLst>
            <pc:docMk/>
            <pc:sldMk cId="4024451959" sldId="316"/>
            <ac:graphicFrameMk id="5" creationId="{484C9CD9-FFDC-3302-0765-690CD61E5445}"/>
          </ac:graphicFrameMkLst>
        </pc:graphicFrameChg>
        <pc:cxnChg chg="del">
          <ac:chgData name="Mariana Eliza Alves Costa" userId="S::1078276@sga.pucminas.br::c138fc88-73c0-47e1-b788-3e194ec42aa1" providerId="AD" clId="Web-{66E3BB39-E97E-F442-41EF-4868209034D3}" dt="2025-05-04T22:16:41.487" v="4"/>
          <ac:cxnSpMkLst>
            <pc:docMk/>
            <pc:sldMk cId="4024451959" sldId="316"/>
            <ac:cxnSpMk id="11" creationId="{B68AF875-C18B-4B48-AE4C-A63FD3CEFB11}"/>
          </ac:cxnSpMkLst>
        </pc:cxnChg>
        <pc:cxnChg chg="add">
          <ac:chgData name="Mariana Eliza Alves Costa" userId="S::1078276@sga.pucminas.br::c138fc88-73c0-47e1-b788-3e194ec42aa1" providerId="AD" clId="Web-{66E3BB39-E97E-F442-41EF-4868209034D3}" dt="2025-05-04T22:16:41.487" v="4"/>
          <ac:cxnSpMkLst>
            <pc:docMk/>
            <pc:sldMk cId="4024451959" sldId="316"/>
            <ac:cxnSpMk id="18" creationId="{05ADA91C-AD52-A530-A898-AD6E69874598}"/>
          </ac:cxnSpMkLst>
        </pc:cxnChg>
      </pc:sldChg>
      <pc:sldChg chg="addSp delSp modSp">
        <pc:chgData name="Mariana Eliza Alves Costa" userId="S::1078276@sga.pucminas.br::c138fc88-73c0-47e1-b788-3e194ec42aa1" providerId="AD" clId="Web-{66E3BB39-E97E-F442-41EF-4868209034D3}" dt="2025-05-04T22:16:30.424" v="3"/>
        <pc:sldMkLst>
          <pc:docMk/>
          <pc:sldMk cId="463711169" sldId="317"/>
        </pc:sldMkLst>
        <pc:spChg chg="mod">
          <ac:chgData name="Mariana Eliza Alves Costa" userId="S::1078276@sga.pucminas.br::c138fc88-73c0-47e1-b788-3e194ec42aa1" providerId="AD" clId="Web-{66E3BB39-E97E-F442-41EF-4868209034D3}" dt="2025-05-04T22:16:30.424" v="3"/>
          <ac:spMkLst>
            <pc:docMk/>
            <pc:sldMk cId="463711169" sldId="317"/>
            <ac:spMk id="2" creationId="{3754683B-783C-91CE-1517-902A34BD2EF3}"/>
          </ac:spMkLst>
        </pc:spChg>
        <pc:spChg chg="del">
          <ac:chgData name="Mariana Eliza Alves Costa" userId="S::1078276@sga.pucminas.br::c138fc88-73c0-47e1-b788-3e194ec42aa1" providerId="AD" clId="Web-{66E3BB39-E97E-F442-41EF-4868209034D3}" dt="2025-05-04T22:16:30.424" v="3"/>
          <ac:spMkLst>
            <pc:docMk/>
            <pc:sldMk cId="463711169" sldId="317"/>
            <ac:spMk id="9" creationId="{27988143-E47B-E16C-4D01-67B24F57D017}"/>
          </ac:spMkLst>
        </pc:spChg>
        <pc:spChg chg="add">
          <ac:chgData name="Mariana Eliza Alves Costa" userId="S::1078276@sga.pucminas.br::c138fc88-73c0-47e1-b788-3e194ec42aa1" providerId="AD" clId="Web-{66E3BB39-E97E-F442-41EF-4868209034D3}" dt="2025-05-04T22:16:30.424" v="3"/>
          <ac:spMkLst>
            <pc:docMk/>
            <pc:sldMk cId="463711169" sldId="317"/>
            <ac:spMk id="16" creationId="{A637580D-1176-4083-A9A1-BD8ED08996EC}"/>
          </ac:spMkLst>
        </pc:spChg>
        <pc:graphicFrameChg chg="mod modGraphic">
          <ac:chgData name="Mariana Eliza Alves Costa" userId="S::1078276@sga.pucminas.br::c138fc88-73c0-47e1-b788-3e194ec42aa1" providerId="AD" clId="Web-{66E3BB39-E97E-F442-41EF-4868209034D3}" dt="2025-05-04T22:16:30.424" v="3"/>
          <ac:graphicFrameMkLst>
            <pc:docMk/>
            <pc:sldMk cId="463711169" sldId="317"/>
            <ac:graphicFrameMk id="5" creationId="{1EA04D8D-CEE4-917F-B41E-695C7D034054}"/>
          </ac:graphicFrameMkLst>
        </pc:graphicFrameChg>
        <pc:cxnChg chg="del">
          <ac:chgData name="Mariana Eliza Alves Costa" userId="S::1078276@sga.pucminas.br::c138fc88-73c0-47e1-b788-3e194ec42aa1" providerId="AD" clId="Web-{66E3BB39-E97E-F442-41EF-4868209034D3}" dt="2025-05-04T22:16:30.424" v="3"/>
          <ac:cxnSpMkLst>
            <pc:docMk/>
            <pc:sldMk cId="463711169" sldId="317"/>
            <ac:cxnSpMk id="11" creationId="{88F26746-AEA3-C8DD-0059-3D3A68EED293}"/>
          </ac:cxnSpMkLst>
        </pc:cxnChg>
        <pc:cxnChg chg="add">
          <ac:chgData name="Mariana Eliza Alves Costa" userId="S::1078276@sga.pucminas.br::c138fc88-73c0-47e1-b788-3e194ec42aa1" providerId="AD" clId="Web-{66E3BB39-E97E-F442-41EF-4868209034D3}" dt="2025-05-04T22:16:30.424" v="3"/>
          <ac:cxnSpMkLst>
            <pc:docMk/>
            <pc:sldMk cId="463711169" sldId="317"/>
            <ac:cxnSpMk id="18" creationId="{B9C96FDC-E4C2-7D8A-44BA-572E7CD9E899}"/>
          </ac:cxnSpMkLst>
        </pc:cxnChg>
      </pc:sldChg>
      <pc:sldChg chg="addSp delSp modSp new mod setBg">
        <pc:chgData name="Mariana Eliza Alves Costa" userId="S::1078276@sga.pucminas.br::c138fc88-73c0-47e1-b788-3e194ec42aa1" providerId="AD" clId="Web-{66E3BB39-E97E-F442-41EF-4868209034D3}" dt="2025-05-04T22:17:23.926" v="21"/>
        <pc:sldMkLst>
          <pc:docMk/>
          <pc:sldMk cId="2938987507" sldId="319"/>
        </pc:sldMkLst>
        <pc:spChg chg="mod">
          <ac:chgData name="Mariana Eliza Alves Costa" userId="S::1078276@sga.pucminas.br::c138fc88-73c0-47e1-b788-3e194ec42aa1" providerId="AD" clId="Web-{66E3BB39-E97E-F442-41EF-4868209034D3}" dt="2025-05-04T22:17:23.926" v="21"/>
          <ac:spMkLst>
            <pc:docMk/>
            <pc:sldMk cId="2938987507" sldId="319"/>
            <ac:spMk id="2" creationId="{DC33651A-D8CE-AEE7-F985-24AD646E9DE4}"/>
          </ac:spMkLst>
        </pc:spChg>
        <pc:spChg chg="add del mod">
          <ac:chgData name="Mariana Eliza Alves Costa" userId="S::1078276@sga.pucminas.br::c138fc88-73c0-47e1-b788-3e194ec42aa1" providerId="AD" clId="Web-{66E3BB39-E97E-F442-41EF-4868209034D3}" dt="2025-05-04T22:17:23.926" v="21"/>
          <ac:spMkLst>
            <pc:docMk/>
            <pc:sldMk cId="2938987507" sldId="319"/>
            <ac:spMk id="3" creationId="{D2699043-38D4-6AF7-9562-487E604E08FF}"/>
          </ac:spMkLst>
        </pc:spChg>
        <pc:spChg chg="add del">
          <ac:chgData name="Mariana Eliza Alves Costa" userId="S::1078276@sga.pucminas.br::c138fc88-73c0-47e1-b788-3e194ec42aa1" providerId="AD" clId="Web-{66E3BB39-E97E-F442-41EF-4868209034D3}" dt="2025-05-04T22:17:21.097" v="18"/>
          <ac:spMkLst>
            <pc:docMk/>
            <pc:sldMk cId="2938987507" sldId="319"/>
            <ac:spMk id="9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66E3BB39-E97E-F442-41EF-4868209034D3}" dt="2025-05-04T22:17:23.910" v="20"/>
          <ac:spMkLst>
            <pc:docMk/>
            <pc:sldMk cId="2938987507" sldId="319"/>
            <ac:spMk id="13" creationId="{DBDA151C-5770-45E4-AAFF-59E7F403866D}"/>
          </ac:spMkLst>
        </pc:spChg>
        <pc:spChg chg="add">
          <ac:chgData name="Mariana Eliza Alves Costa" userId="S::1078276@sga.pucminas.br::c138fc88-73c0-47e1-b788-3e194ec42aa1" providerId="AD" clId="Web-{66E3BB39-E97E-F442-41EF-4868209034D3}" dt="2025-05-04T22:17:23.926" v="21"/>
          <ac:spMkLst>
            <pc:docMk/>
            <pc:sldMk cId="2938987507" sldId="319"/>
            <ac:spMk id="17" creationId="{DBDA151C-5770-45E4-AAFF-59E7F403866D}"/>
          </ac:spMkLst>
        </pc:spChg>
        <pc:graphicFrameChg chg="add del">
          <ac:chgData name="Mariana Eliza Alves Costa" userId="S::1078276@sga.pucminas.br::c138fc88-73c0-47e1-b788-3e194ec42aa1" providerId="AD" clId="Web-{66E3BB39-E97E-F442-41EF-4868209034D3}" dt="2025-05-04T22:17:21.097" v="18"/>
          <ac:graphicFrameMkLst>
            <pc:docMk/>
            <pc:sldMk cId="2938987507" sldId="319"/>
            <ac:graphicFrameMk id="5" creationId="{EF92A243-816B-7EC3-6605-1D6D8F8A495C}"/>
          </ac:graphicFrameMkLst>
        </pc:graphicFrameChg>
        <pc:graphicFrameChg chg="add del">
          <ac:chgData name="Mariana Eliza Alves Costa" userId="S::1078276@sga.pucminas.br::c138fc88-73c0-47e1-b788-3e194ec42aa1" providerId="AD" clId="Web-{66E3BB39-E97E-F442-41EF-4868209034D3}" dt="2025-05-04T22:17:23.910" v="20"/>
          <ac:graphicFrameMkLst>
            <pc:docMk/>
            <pc:sldMk cId="2938987507" sldId="319"/>
            <ac:graphicFrameMk id="15" creationId="{159CFA77-E292-FA56-A054-B9850B186726}"/>
          </ac:graphicFrameMkLst>
        </pc:graphicFrameChg>
        <pc:graphicFrameChg chg="add">
          <ac:chgData name="Mariana Eliza Alves Costa" userId="S::1078276@sga.pucminas.br::c138fc88-73c0-47e1-b788-3e194ec42aa1" providerId="AD" clId="Web-{66E3BB39-E97E-F442-41EF-4868209034D3}" dt="2025-05-04T22:17:23.926" v="21"/>
          <ac:graphicFrameMkLst>
            <pc:docMk/>
            <pc:sldMk cId="2938987507" sldId="319"/>
            <ac:graphicFrameMk id="19" creationId="{EF92A243-816B-7EC3-6605-1D6D8F8A495C}"/>
          </ac:graphicFrameMkLst>
        </pc:graphicFrameChg>
        <pc:cxnChg chg="add del">
          <ac:chgData name="Mariana Eliza Alves Costa" userId="S::1078276@sga.pucminas.br::c138fc88-73c0-47e1-b788-3e194ec42aa1" providerId="AD" clId="Web-{66E3BB39-E97E-F442-41EF-4868209034D3}" dt="2025-05-04T22:17:21.097" v="18"/>
          <ac:cxnSpMkLst>
            <pc:docMk/>
            <pc:sldMk cId="2938987507" sldId="319"/>
            <ac:cxnSpMk id="11" creationId="{E62D3963-2153-4637-96E6-E31BD2CE5D0D}"/>
          </ac:cxnSpMkLst>
        </pc:cxnChg>
        <pc:cxnChg chg="add del">
          <ac:chgData name="Mariana Eliza Alves Costa" userId="S::1078276@sga.pucminas.br::c138fc88-73c0-47e1-b788-3e194ec42aa1" providerId="AD" clId="Web-{66E3BB39-E97E-F442-41EF-4868209034D3}" dt="2025-05-04T22:17:23.910" v="20"/>
          <ac:cxnSpMkLst>
            <pc:docMk/>
            <pc:sldMk cId="2938987507" sldId="319"/>
            <ac:cxnSpMk id="14" creationId="{05ADA91C-AD52-A530-A898-AD6E69874598}"/>
          </ac:cxnSpMkLst>
        </pc:cxnChg>
        <pc:cxnChg chg="add">
          <ac:chgData name="Mariana Eliza Alves Costa" userId="S::1078276@sga.pucminas.br::c138fc88-73c0-47e1-b788-3e194ec42aa1" providerId="AD" clId="Web-{66E3BB39-E97E-F442-41EF-4868209034D3}" dt="2025-05-04T22:17:23.926" v="21"/>
          <ac:cxnSpMkLst>
            <pc:docMk/>
            <pc:sldMk cId="2938987507" sldId="319"/>
            <ac:cxnSpMk id="18" creationId="{E62D3963-2153-4637-96E6-E31BD2CE5D0D}"/>
          </ac:cxnSpMkLst>
        </pc:cxnChg>
      </pc:sldChg>
    </pc:docChg>
  </pc:docChgLst>
  <pc:docChgLst>
    <pc:chgData name="Mariana Eliza Alves Costa" userId="S::1078276@sga.pucminas.br::c138fc88-73c0-47e1-b788-3e194ec42aa1" providerId="AD" clId="Web-{F34D92D3-7E8F-D288-DB77-E18866CC972B}"/>
    <pc:docChg chg="addSld delSld modSld sldOrd">
      <pc:chgData name="Mariana Eliza Alves Costa" userId="S::1078276@sga.pucminas.br::c138fc88-73c0-47e1-b788-3e194ec42aa1" providerId="AD" clId="Web-{F34D92D3-7E8F-D288-DB77-E18866CC972B}" dt="2025-05-04T19:05:13.574" v="585" actId="20577"/>
      <pc:docMkLst>
        <pc:docMk/>
      </pc:docMkLst>
      <pc:sldChg chg="addSp delSp modSp del">
        <pc:chgData name="Mariana Eliza Alves Costa" userId="S::1078276@sga.pucminas.br::c138fc88-73c0-47e1-b788-3e194ec42aa1" providerId="AD" clId="Web-{F34D92D3-7E8F-D288-DB77-E18866CC972B}" dt="2025-05-04T18:32:15.320" v="62"/>
        <pc:sldMkLst>
          <pc:docMk/>
          <pc:sldMk cId="1439240597" sldId="257"/>
        </pc:sldMkLst>
        <pc:spChg chg="mod">
          <ac:chgData name="Mariana Eliza Alves Costa" userId="S::1078276@sga.pucminas.br::c138fc88-73c0-47e1-b788-3e194ec42aa1" providerId="AD" clId="Web-{F34D92D3-7E8F-D288-DB77-E18866CC972B}" dt="2025-05-04T17:48:50.802" v="42" actId="20577"/>
          <ac:spMkLst>
            <pc:docMk/>
            <pc:sldMk cId="1439240597" sldId="257"/>
            <ac:spMk id="2" creationId="{D87E7A31-8CE3-8B34-FA6A-8E5A94C0AF78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7:42:16.506" v="34"/>
          <ac:spMkLst>
            <pc:docMk/>
            <pc:sldMk cId="1439240597" sldId="257"/>
            <ac:spMk id="28" creationId="{A637580D-1176-4083-A9A1-BD8ED08996EC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7:42:16.506" v="34"/>
          <ac:spMkLst>
            <pc:docMk/>
            <pc:sldMk cId="1439240597" sldId="257"/>
            <ac:spMk id="34" creationId="{063F27BC-7079-4FF7-8F7C-ABC82FA3C247}"/>
          </ac:spMkLst>
        </pc:spChg>
        <pc:spChg chg="add del mod">
          <ac:chgData name="Mariana Eliza Alves Costa" userId="S::1078276@sga.pucminas.br::c138fc88-73c0-47e1-b788-3e194ec42aa1" providerId="AD" clId="Web-{F34D92D3-7E8F-D288-DB77-E18866CC972B}" dt="2025-05-04T17:48:26.708" v="41"/>
          <ac:spMkLst>
            <pc:docMk/>
            <pc:sldMk cId="1439240597" sldId="257"/>
            <ac:spMk id="212" creationId="{582584E1-8532-E07A-5152-8B614A269870}"/>
          </ac:spMkLst>
        </pc:spChg>
        <pc:graphicFrameChg chg="del mod modGraphic">
          <ac:chgData name="Mariana Eliza Alves Costa" userId="S::1078276@sga.pucminas.br::c138fc88-73c0-47e1-b788-3e194ec42aa1" providerId="AD" clId="Web-{F34D92D3-7E8F-D288-DB77-E18866CC972B}" dt="2025-05-04T17:47:59.924" v="38"/>
          <ac:graphicFrameMkLst>
            <pc:docMk/>
            <pc:sldMk cId="1439240597" sldId="257"/>
            <ac:graphicFrameMk id="5" creationId="{0A3F333F-A028-A552-3B4F-624BF8E18CAF}"/>
          </ac:graphicFrameMkLst>
        </pc:graphicFrameChg>
        <pc:cxnChg chg="add del">
          <ac:chgData name="Mariana Eliza Alves Costa" userId="S::1078276@sga.pucminas.br::c138fc88-73c0-47e1-b788-3e194ec42aa1" providerId="AD" clId="Web-{F34D92D3-7E8F-D288-DB77-E18866CC972B}" dt="2025-05-04T17:42:16.506" v="34"/>
          <ac:cxnSpMkLst>
            <pc:docMk/>
            <pc:sldMk cId="1439240597" sldId="257"/>
            <ac:cxnSpMk id="29" creationId="{B9C96FDC-E4C2-7D8A-44BA-572E7CD9E899}"/>
          </ac:cxnSpMkLst>
        </pc:cxnChg>
        <pc:cxnChg chg="add del">
          <ac:chgData name="Mariana Eliza Alves Costa" userId="S::1078276@sga.pucminas.br::c138fc88-73c0-47e1-b788-3e194ec42aa1" providerId="AD" clId="Web-{F34D92D3-7E8F-D288-DB77-E18866CC972B}" dt="2025-05-04T17:42:16.506" v="34"/>
          <ac:cxnSpMkLst>
            <pc:docMk/>
            <pc:sldMk cId="1439240597" sldId="257"/>
            <ac:cxnSpMk id="36" creationId="{9B5F4E67-4DB9-8422-13E5-B36FD48EC4D4}"/>
          </ac:cxnSpMkLst>
        </pc:cxnChg>
      </pc:sldChg>
      <pc:sldChg chg="modSp">
        <pc:chgData name="Mariana Eliza Alves Costa" userId="S::1078276@sga.pucminas.br::c138fc88-73c0-47e1-b788-3e194ec42aa1" providerId="AD" clId="Web-{F34D92D3-7E8F-D288-DB77-E18866CC972B}" dt="2025-05-04T18:31:42.475" v="55" actId="20577"/>
        <pc:sldMkLst>
          <pc:docMk/>
          <pc:sldMk cId="1454747177" sldId="261"/>
        </pc:sldMkLst>
        <pc:spChg chg="mod">
          <ac:chgData name="Mariana Eliza Alves Costa" userId="S::1078276@sga.pucminas.br::c138fc88-73c0-47e1-b788-3e194ec42aa1" providerId="AD" clId="Web-{F34D92D3-7E8F-D288-DB77-E18866CC972B}" dt="2025-05-04T18:31:42.475" v="55" actId="20577"/>
          <ac:spMkLst>
            <pc:docMk/>
            <pc:sldMk cId="1454747177" sldId="261"/>
            <ac:spMk id="2" creationId="{3724FFC0-D358-4D21-C07B-7CC4330B09F5}"/>
          </ac:spMkLst>
        </pc:spChg>
      </pc:sldChg>
      <pc:sldChg chg="modSp">
        <pc:chgData name="Mariana Eliza Alves Costa" userId="S::1078276@sga.pucminas.br::c138fc88-73c0-47e1-b788-3e194ec42aa1" providerId="AD" clId="Web-{F34D92D3-7E8F-D288-DB77-E18866CC972B}" dt="2025-05-04T18:34:04.665" v="87" actId="14100"/>
        <pc:sldMkLst>
          <pc:docMk/>
          <pc:sldMk cId="487046690" sldId="263"/>
        </pc:sldMkLst>
        <pc:spChg chg="mod">
          <ac:chgData name="Mariana Eliza Alves Costa" userId="S::1078276@sga.pucminas.br::c138fc88-73c0-47e1-b788-3e194ec42aa1" providerId="AD" clId="Web-{F34D92D3-7E8F-D288-DB77-E18866CC972B}" dt="2025-05-04T18:33:58.118" v="86" actId="1076"/>
          <ac:spMkLst>
            <pc:docMk/>
            <pc:sldMk cId="487046690" sldId="263"/>
            <ac:spMk id="2" creationId="{40FA8811-8A66-21D8-CC9E-2E7825A36149}"/>
          </ac:spMkLst>
        </pc:spChg>
        <pc:spChg chg="mod">
          <ac:chgData name="Mariana Eliza Alves Costa" userId="S::1078276@sga.pucminas.br::c138fc88-73c0-47e1-b788-3e194ec42aa1" providerId="AD" clId="Web-{F34D92D3-7E8F-D288-DB77-E18866CC972B}" dt="2025-05-04T18:34:04.665" v="87" actId="14100"/>
          <ac:spMkLst>
            <pc:docMk/>
            <pc:sldMk cId="487046690" sldId="263"/>
            <ac:spMk id="25" creationId="{E416EA99-6B3A-9246-F553-7A77CD476975}"/>
          </ac:spMkLst>
        </pc:spChg>
      </pc:sldChg>
      <pc:sldChg chg="addSp delSp modSp add del mod setBg">
        <pc:chgData name="Mariana Eliza Alves Costa" userId="S::1078276@sga.pucminas.br::c138fc88-73c0-47e1-b788-3e194ec42aa1" providerId="AD" clId="Web-{F34D92D3-7E8F-D288-DB77-E18866CC972B}" dt="2025-05-04T18:37:47.828" v="128" actId="14100"/>
        <pc:sldMkLst>
          <pc:docMk/>
          <pc:sldMk cId="3555188708" sldId="264"/>
        </pc:sldMkLst>
        <pc:spChg chg="mod">
          <ac:chgData name="Mariana Eliza Alves Costa" userId="S::1078276@sga.pucminas.br::c138fc88-73c0-47e1-b788-3e194ec42aa1" providerId="AD" clId="Web-{F34D92D3-7E8F-D288-DB77-E18866CC972B}" dt="2025-05-04T18:37:43.953" v="127" actId="20577"/>
          <ac:spMkLst>
            <pc:docMk/>
            <pc:sldMk cId="3555188708" sldId="264"/>
            <ac:spMk id="2" creationId="{675BA924-606B-4D93-701C-3F4D0941D1BB}"/>
          </ac:spMkLst>
        </pc:spChg>
        <pc:spChg chg="add del mod">
          <ac:chgData name="Mariana Eliza Alves Costa" userId="S::1078276@sga.pucminas.br::c138fc88-73c0-47e1-b788-3e194ec42aa1" providerId="AD" clId="Web-{F34D92D3-7E8F-D288-DB77-E18866CC972B}" dt="2025-05-04T18:36:45.420" v="96"/>
          <ac:spMkLst>
            <pc:docMk/>
            <pc:sldMk cId="3555188708" sldId="264"/>
            <ac:spMk id="3" creationId="{7D8BD1B2-AE81-969E-8567-8100484C97CE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8:36:45.389" v="95"/>
          <ac:spMkLst>
            <pc:docMk/>
            <pc:sldMk cId="3555188708" sldId="264"/>
            <ac:spMk id="9" creationId="{DBDA151C-5770-45E4-AAFF-59E7F403866D}"/>
          </ac:spMkLst>
        </pc:spChg>
        <pc:spChg chg="add">
          <ac:chgData name="Mariana Eliza Alves Costa" userId="S::1078276@sga.pucminas.br::c138fc88-73c0-47e1-b788-3e194ec42aa1" providerId="AD" clId="Web-{F34D92D3-7E8F-D288-DB77-E18866CC972B}" dt="2025-05-04T18:36:45.420" v="96"/>
          <ac:spMkLst>
            <pc:docMk/>
            <pc:sldMk cId="3555188708" sldId="264"/>
            <ac:spMk id="13" creationId="{DBDA151C-5770-45E4-AAFF-59E7F403866D}"/>
          </ac:spMkLst>
        </pc:spChg>
        <pc:spChg chg="add del mod">
          <ac:chgData name="Mariana Eliza Alves Costa" userId="S::1078276@sga.pucminas.br::c138fc88-73c0-47e1-b788-3e194ec42aa1" providerId="AD" clId="Web-{F34D92D3-7E8F-D288-DB77-E18866CC972B}" dt="2025-05-04T18:37:03.733" v="103"/>
          <ac:spMkLst>
            <pc:docMk/>
            <pc:sldMk cId="3555188708" sldId="264"/>
            <ac:spMk id="92" creationId="{DEDE6398-70E8-D07F-9777-FCA3CEC59B04}"/>
          </ac:spMkLst>
        </pc:spChg>
        <pc:graphicFrameChg chg="add del">
          <ac:chgData name="Mariana Eliza Alves Costa" userId="S::1078276@sga.pucminas.br::c138fc88-73c0-47e1-b788-3e194ec42aa1" providerId="AD" clId="Web-{F34D92D3-7E8F-D288-DB77-E18866CC972B}" dt="2025-05-04T18:36:45.389" v="95"/>
          <ac:graphicFrameMkLst>
            <pc:docMk/>
            <pc:sldMk cId="3555188708" sldId="264"/>
            <ac:graphicFrameMk id="5" creationId="{3F97B00F-0F02-2A4A-DD45-B62D83C54B37}"/>
          </ac:graphicFrameMkLst>
        </pc:graphicFrameChg>
        <pc:graphicFrameChg chg="add del mod modGraphic">
          <ac:chgData name="Mariana Eliza Alves Costa" userId="S::1078276@sga.pucminas.br::c138fc88-73c0-47e1-b788-3e194ec42aa1" providerId="AD" clId="Web-{F34D92D3-7E8F-D288-DB77-E18866CC972B}" dt="2025-05-04T18:37:47.828" v="128" actId="14100"/>
          <ac:graphicFrameMkLst>
            <pc:docMk/>
            <pc:sldMk cId="3555188708" sldId="264"/>
            <ac:graphicFrameMk id="15" creationId="{DED8D94B-67FD-070D-F5F0-FD1E975C37EC}"/>
          </ac:graphicFrameMkLst>
        </pc:graphicFrameChg>
        <pc:cxnChg chg="add del">
          <ac:chgData name="Mariana Eliza Alves Costa" userId="S::1078276@sga.pucminas.br::c138fc88-73c0-47e1-b788-3e194ec42aa1" providerId="AD" clId="Web-{F34D92D3-7E8F-D288-DB77-E18866CC972B}" dt="2025-05-04T18:36:45.389" v="95"/>
          <ac:cxnSpMkLst>
            <pc:docMk/>
            <pc:sldMk cId="3555188708" sldId="264"/>
            <ac:cxnSpMk id="11" creationId="{E62D3963-2153-4637-96E6-E31BD2CE5D0D}"/>
          </ac:cxnSpMkLst>
        </pc:cxnChg>
        <pc:cxnChg chg="add">
          <ac:chgData name="Mariana Eliza Alves Costa" userId="S::1078276@sga.pucminas.br::c138fc88-73c0-47e1-b788-3e194ec42aa1" providerId="AD" clId="Web-{F34D92D3-7E8F-D288-DB77-E18866CC972B}" dt="2025-05-04T18:36:45.420" v="96"/>
          <ac:cxnSpMkLst>
            <pc:docMk/>
            <pc:sldMk cId="3555188708" sldId="264"/>
            <ac:cxnSpMk id="14" creationId="{05ADA91C-AD52-A530-A898-AD6E69874598}"/>
          </ac:cxnSpMkLst>
        </pc:cxnChg>
      </pc:sldChg>
      <pc:sldChg chg="addSp delSp modSp">
        <pc:chgData name="Mariana Eliza Alves Costa" userId="S::1078276@sga.pucminas.br::c138fc88-73c0-47e1-b788-3e194ec42aa1" providerId="AD" clId="Web-{F34D92D3-7E8F-D288-DB77-E18866CC972B}" dt="2025-05-04T18:51:43.060" v="400" actId="20577"/>
        <pc:sldMkLst>
          <pc:docMk/>
          <pc:sldMk cId="2584666939" sldId="267"/>
        </pc:sldMkLst>
        <pc:spChg chg="mod">
          <ac:chgData name="Mariana Eliza Alves Costa" userId="S::1078276@sga.pucminas.br::c138fc88-73c0-47e1-b788-3e194ec42aa1" providerId="AD" clId="Web-{F34D92D3-7E8F-D288-DB77-E18866CC972B}" dt="2025-05-04T18:46:42.989" v="281"/>
          <ac:spMkLst>
            <pc:docMk/>
            <pc:sldMk cId="2584666939" sldId="267"/>
            <ac:spMk id="2" creationId="{5D81D044-45AB-2698-743D-A8603F03580A}"/>
          </ac:spMkLst>
        </pc:spChg>
        <pc:spChg chg="del">
          <ac:chgData name="Mariana Eliza Alves Costa" userId="S::1078276@sga.pucminas.br::c138fc88-73c0-47e1-b788-3e194ec42aa1" providerId="AD" clId="Web-{F34D92D3-7E8F-D288-DB77-E18866CC972B}" dt="2025-05-04T18:46:42.989" v="281"/>
          <ac:spMkLst>
            <pc:docMk/>
            <pc:sldMk cId="2584666939" sldId="267"/>
            <ac:spMk id="41" creationId="{063F27BC-7079-4FF7-8F7C-ABC82FA3C247}"/>
          </ac:spMkLst>
        </pc:spChg>
        <pc:spChg chg="add mod">
          <ac:chgData name="Mariana Eliza Alves Costa" userId="S::1078276@sga.pucminas.br::c138fc88-73c0-47e1-b788-3e194ec42aa1" providerId="AD" clId="Web-{F34D92D3-7E8F-D288-DB77-E18866CC972B}" dt="2025-05-04T18:51:43.060" v="400" actId="20577"/>
          <ac:spMkLst>
            <pc:docMk/>
            <pc:sldMk cId="2584666939" sldId="267"/>
            <ac:spMk id="110" creationId="{D49A5C74-2589-01FB-8824-9CF5E2C4E77D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8:46:51.645" v="283"/>
          <ac:spMkLst>
            <pc:docMk/>
            <pc:sldMk cId="2584666939" sldId="267"/>
            <ac:spMk id="119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F34D92D3-7E8F-D288-DB77-E18866CC972B}" dt="2025-05-04T18:46:51.645" v="283"/>
          <ac:spMkLst>
            <pc:docMk/>
            <pc:sldMk cId="2584666939" sldId="267"/>
            <ac:spMk id="128" creationId="{19F9BF86-FE94-4517-B97D-026C7515E589}"/>
          </ac:spMkLst>
        </pc:spChg>
        <pc:graphicFrameChg chg="del modGraphic">
          <ac:chgData name="Mariana Eliza Alves Costa" userId="S::1078276@sga.pucminas.br::c138fc88-73c0-47e1-b788-3e194ec42aa1" providerId="AD" clId="Web-{F34D92D3-7E8F-D288-DB77-E18866CC972B}" dt="2025-05-04T18:46:20.191" v="255"/>
          <ac:graphicFrameMkLst>
            <pc:docMk/>
            <pc:sldMk cId="2584666939" sldId="267"/>
            <ac:graphicFrameMk id="29" creationId="{49DFF505-0542-1C5F-887D-49ACBD139184}"/>
          </ac:graphicFrameMkLst>
        </pc:graphicFrameChg>
        <pc:picChg chg="add">
          <ac:chgData name="Mariana Eliza Alves Costa" userId="S::1078276@sga.pucminas.br::c138fc88-73c0-47e1-b788-3e194ec42aa1" providerId="AD" clId="Web-{F34D92D3-7E8F-D288-DB77-E18866CC972B}" dt="2025-05-04T18:46:42.989" v="281"/>
          <ac:picMkLst>
            <pc:docMk/>
            <pc:sldMk cId="2584666939" sldId="267"/>
            <ac:picMk id="114" creationId="{CAD8842C-A0C3-923A-2B42-BBCAFD6DC322}"/>
          </ac:picMkLst>
        </pc:picChg>
        <pc:cxnChg chg="del">
          <ac:chgData name="Mariana Eliza Alves Costa" userId="S::1078276@sga.pucminas.br::c138fc88-73c0-47e1-b788-3e194ec42aa1" providerId="AD" clId="Web-{F34D92D3-7E8F-D288-DB77-E18866CC972B}" dt="2025-05-04T18:46:42.989" v="281"/>
          <ac:cxnSpMkLst>
            <pc:docMk/>
            <pc:sldMk cId="2584666939" sldId="267"/>
            <ac:cxnSpMk id="43" creationId="{9B5F4E67-4DB9-8422-13E5-B36FD48EC4D4}"/>
          </ac:cxnSpMkLst>
        </pc:cxnChg>
        <pc:cxnChg chg="add del">
          <ac:chgData name="Mariana Eliza Alves Costa" userId="S::1078276@sga.pucminas.br::c138fc88-73c0-47e1-b788-3e194ec42aa1" providerId="AD" clId="Web-{F34D92D3-7E8F-D288-DB77-E18866CC972B}" dt="2025-05-04T18:46:51.645" v="283"/>
          <ac:cxnSpMkLst>
            <pc:docMk/>
            <pc:sldMk cId="2584666939" sldId="267"/>
            <ac:cxnSpMk id="117" creationId="{118E06E4-607B-144B-382B-AD3D06B1EE8C}"/>
          </ac:cxnSpMkLst>
        </pc:cxnChg>
        <pc:cxnChg chg="add del">
          <ac:chgData name="Mariana Eliza Alves Costa" userId="S::1078276@sga.pucminas.br::c138fc88-73c0-47e1-b788-3e194ec42aa1" providerId="AD" clId="Web-{F34D92D3-7E8F-D288-DB77-E18866CC972B}" dt="2025-05-04T18:46:51.645" v="283"/>
          <ac:cxnSpMkLst>
            <pc:docMk/>
            <pc:sldMk cId="2584666939" sldId="267"/>
            <ac:cxnSpMk id="121" creationId="{59D7B6BE-A4E0-4483-BEC5-493AC3E5D2AD}"/>
          </ac:cxnSpMkLst>
        </pc:cxnChg>
        <pc:cxnChg chg="add">
          <ac:chgData name="Mariana Eliza Alves Costa" userId="S::1078276@sga.pucminas.br::c138fc88-73c0-47e1-b788-3e194ec42aa1" providerId="AD" clId="Web-{F34D92D3-7E8F-D288-DB77-E18866CC972B}" dt="2025-05-04T18:46:51.645" v="283"/>
          <ac:cxnSpMkLst>
            <pc:docMk/>
            <pc:sldMk cId="2584666939" sldId="267"/>
            <ac:cxnSpMk id="126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F34D92D3-7E8F-D288-DB77-E18866CC972B}" dt="2025-05-04T18:46:51.645" v="283"/>
          <ac:cxnSpMkLst>
            <pc:docMk/>
            <pc:sldMk cId="2584666939" sldId="267"/>
            <ac:cxnSpMk id="130" creationId="{59D7B6BE-A4E0-4483-BEC5-493AC3E5D2AD}"/>
          </ac:cxnSpMkLst>
        </pc:cxnChg>
      </pc:sldChg>
      <pc:sldChg chg="modSp">
        <pc:chgData name="Mariana Eliza Alves Costa" userId="S::1078276@sga.pucminas.br::c138fc88-73c0-47e1-b788-3e194ec42aa1" providerId="AD" clId="Web-{F34D92D3-7E8F-D288-DB77-E18866CC972B}" dt="2025-05-04T18:48:48.648" v="335" actId="20577"/>
        <pc:sldMkLst>
          <pc:docMk/>
          <pc:sldMk cId="3894047674" sldId="268"/>
        </pc:sldMkLst>
        <pc:spChg chg="mod">
          <ac:chgData name="Mariana Eliza Alves Costa" userId="S::1078276@sga.pucminas.br::c138fc88-73c0-47e1-b788-3e194ec42aa1" providerId="AD" clId="Web-{F34D92D3-7E8F-D288-DB77-E18866CC972B}" dt="2025-05-04T18:48:48.648" v="335" actId="20577"/>
          <ac:spMkLst>
            <pc:docMk/>
            <pc:sldMk cId="3894047674" sldId="268"/>
            <ac:spMk id="3" creationId="{F6CDC565-8D8F-7065-0B41-E1311A5EB6DB}"/>
          </ac:spMkLst>
        </pc:spChg>
      </pc:sldChg>
      <pc:sldChg chg="addSp delSp modSp">
        <pc:chgData name="Mariana Eliza Alves Costa" userId="S::1078276@sga.pucminas.br::c138fc88-73c0-47e1-b788-3e194ec42aa1" providerId="AD" clId="Web-{F34D92D3-7E8F-D288-DB77-E18866CC972B}" dt="2025-05-04T19:03:22.133" v="569"/>
        <pc:sldMkLst>
          <pc:docMk/>
          <pc:sldMk cId="3501882919" sldId="270"/>
        </pc:sldMkLst>
        <pc:spChg chg="mod">
          <ac:chgData name="Mariana Eliza Alves Costa" userId="S::1078276@sga.pucminas.br::c138fc88-73c0-47e1-b788-3e194ec42aa1" providerId="AD" clId="Web-{F34D92D3-7E8F-D288-DB77-E18866CC972B}" dt="2025-05-04T19:02:25.085" v="565"/>
          <ac:spMkLst>
            <pc:docMk/>
            <pc:sldMk cId="3501882919" sldId="270"/>
            <ac:spMk id="2" creationId="{053BF8D7-BB51-3770-8224-FD5BC44BFD25}"/>
          </ac:spMkLst>
        </pc:spChg>
        <pc:spChg chg="del mod">
          <ac:chgData name="Mariana Eliza Alves Costa" userId="S::1078276@sga.pucminas.br::c138fc88-73c0-47e1-b788-3e194ec42aa1" providerId="AD" clId="Web-{F34D92D3-7E8F-D288-DB77-E18866CC972B}" dt="2025-05-04T19:02:12.397" v="564"/>
          <ac:spMkLst>
            <pc:docMk/>
            <pc:sldMk cId="3501882919" sldId="270"/>
            <ac:spMk id="3" creationId="{D077EDBE-3499-FB06-13E2-25F2EA3509B4}"/>
          </ac:spMkLst>
        </pc:spChg>
        <pc:spChg chg="del">
          <ac:chgData name="Mariana Eliza Alves Costa" userId="S::1078276@sga.pucminas.br::c138fc88-73c0-47e1-b788-3e194ec42aa1" providerId="AD" clId="Web-{F34D92D3-7E8F-D288-DB77-E18866CC972B}" dt="2025-05-04T19:02:12.397" v="564"/>
          <ac:spMkLst>
            <pc:docMk/>
            <pc:sldMk cId="3501882919" sldId="270"/>
            <ac:spMk id="8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9:02:25.085" v="565"/>
          <ac:spMkLst>
            <pc:docMk/>
            <pc:sldMk cId="3501882919" sldId="270"/>
            <ac:spMk id="16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9:03:22.133" v="569"/>
          <ac:spMkLst>
            <pc:docMk/>
            <pc:sldMk cId="3501882919" sldId="270"/>
            <ac:spMk id="23" creationId="{A637580D-1176-4083-A9A1-BD8ED08996EC}"/>
          </ac:spMkLst>
        </pc:spChg>
        <pc:spChg chg="add">
          <ac:chgData name="Mariana Eliza Alves Costa" userId="S::1078276@sga.pucminas.br::c138fc88-73c0-47e1-b788-3e194ec42aa1" providerId="AD" clId="Web-{F34D92D3-7E8F-D288-DB77-E18866CC972B}" dt="2025-05-04T19:03:22.133" v="569"/>
          <ac:spMkLst>
            <pc:docMk/>
            <pc:sldMk cId="3501882919" sldId="270"/>
            <ac:spMk id="30" creationId="{A637580D-1176-4083-A9A1-BD8ED08996EC}"/>
          </ac:spMkLst>
        </pc:spChg>
        <pc:graphicFrameChg chg="add mod modGraphic">
          <ac:chgData name="Mariana Eliza Alves Costa" userId="S::1078276@sga.pucminas.br::c138fc88-73c0-47e1-b788-3e194ec42aa1" providerId="AD" clId="Web-{F34D92D3-7E8F-D288-DB77-E18866CC972B}" dt="2025-05-04T19:03:22.133" v="569"/>
          <ac:graphicFrameMkLst>
            <pc:docMk/>
            <pc:sldMk cId="3501882919" sldId="270"/>
            <ac:graphicFrameMk id="12" creationId="{75AD8DAF-07F7-144B-7549-CA94FA6819A5}"/>
          </ac:graphicFrameMkLst>
        </pc:graphicFrameChg>
        <pc:cxnChg chg="del">
          <ac:chgData name="Mariana Eliza Alves Costa" userId="S::1078276@sga.pucminas.br::c138fc88-73c0-47e1-b788-3e194ec42aa1" providerId="AD" clId="Web-{F34D92D3-7E8F-D288-DB77-E18866CC972B}" dt="2025-05-04T19:02:12.397" v="564"/>
          <ac:cxnSpMkLst>
            <pc:docMk/>
            <pc:sldMk cId="3501882919" sldId="270"/>
            <ac:cxnSpMk id="10" creationId="{E62D3963-2153-4637-96E6-E31BD2CE5D0D}"/>
          </ac:cxnSpMkLst>
        </pc:cxnChg>
        <pc:cxnChg chg="add del">
          <ac:chgData name="Mariana Eliza Alves Costa" userId="S::1078276@sga.pucminas.br::c138fc88-73c0-47e1-b788-3e194ec42aa1" providerId="AD" clId="Web-{F34D92D3-7E8F-D288-DB77-E18866CC972B}" dt="2025-05-04T19:02:25.085" v="565"/>
          <ac:cxnSpMkLst>
            <pc:docMk/>
            <pc:sldMk cId="3501882919" sldId="270"/>
            <ac:cxnSpMk id="18" creationId="{E62D3963-2153-4637-96E6-E31BD2CE5D0D}"/>
          </ac:cxnSpMkLst>
        </pc:cxnChg>
        <pc:cxnChg chg="add del">
          <ac:chgData name="Mariana Eliza Alves Costa" userId="S::1078276@sga.pucminas.br::c138fc88-73c0-47e1-b788-3e194ec42aa1" providerId="AD" clId="Web-{F34D92D3-7E8F-D288-DB77-E18866CC972B}" dt="2025-05-04T19:03:22.133" v="569"/>
          <ac:cxnSpMkLst>
            <pc:docMk/>
            <pc:sldMk cId="3501882919" sldId="270"/>
            <ac:cxnSpMk id="25" creationId="{B9C96FDC-E4C2-7D8A-44BA-572E7CD9E899}"/>
          </ac:cxnSpMkLst>
        </pc:cxnChg>
        <pc:cxnChg chg="add">
          <ac:chgData name="Mariana Eliza Alves Costa" userId="S::1078276@sga.pucminas.br::c138fc88-73c0-47e1-b788-3e194ec42aa1" providerId="AD" clId="Web-{F34D92D3-7E8F-D288-DB77-E18866CC972B}" dt="2025-05-04T19:03:22.133" v="569"/>
          <ac:cxnSpMkLst>
            <pc:docMk/>
            <pc:sldMk cId="3501882919" sldId="270"/>
            <ac:cxnSpMk id="32" creationId="{B9C96FDC-E4C2-7D8A-44BA-572E7CD9E899}"/>
          </ac:cxnSpMkLst>
        </pc:cxnChg>
      </pc:sldChg>
      <pc:sldChg chg="modSp">
        <pc:chgData name="Mariana Eliza Alves Costa" userId="S::1078276@sga.pucminas.br::c138fc88-73c0-47e1-b788-3e194ec42aa1" providerId="AD" clId="Web-{F34D92D3-7E8F-D288-DB77-E18866CC972B}" dt="2025-05-04T18:48:24.148" v="327" actId="20577"/>
        <pc:sldMkLst>
          <pc:docMk/>
          <pc:sldMk cId="206395105" sldId="271"/>
        </pc:sldMkLst>
        <pc:spChg chg="mod">
          <ac:chgData name="Mariana Eliza Alves Costa" userId="S::1078276@sga.pucminas.br::c138fc88-73c0-47e1-b788-3e194ec42aa1" providerId="AD" clId="Web-{F34D92D3-7E8F-D288-DB77-E18866CC972B}" dt="2025-05-04T18:48:24.148" v="327" actId="20577"/>
          <ac:spMkLst>
            <pc:docMk/>
            <pc:sldMk cId="206395105" sldId="271"/>
            <ac:spMk id="3" creationId="{C0810457-64F8-0BCA-4BD9-8F832D4692D2}"/>
          </ac:spMkLst>
        </pc:spChg>
      </pc:sldChg>
      <pc:sldChg chg="del">
        <pc:chgData name="Mariana Eliza Alves Costa" userId="S::1078276@sga.pucminas.br::c138fc88-73c0-47e1-b788-3e194ec42aa1" providerId="AD" clId="Web-{F34D92D3-7E8F-D288-DB77-E18866CC972B}" dt="2025-05-04T18:48:33.039" v="328"/>
        <pc:sldMkLst>
          <pc:docMk/>
          <pc:sldMk cId="2788148519" sldId="272"/>
        </pc:sldMkLst>
      </pc:sldChg>
      <pc:sldChg chg="addSp delSp modSp">
        <pc:chgData name="Mariana Eliza Alves Costa" userId="S::1078276@sga.pucminas.br::c138fc88-73c0-47e1-b788-3e194ec42aa1" providerId="AD" clId="Web-{F34D92D3-7E8F-D288-DB77-E18866CC972B}" dt="2025-05-04T18:40:27.442" v="158" actId="20577"/>
        <pc:sldMkLst>
          <pc:docMk/>
          <pc:sldMk cId="1597173864" sldId="281"/>
        </pc:sldMkLst>
        <pc:spChg chg="mod ord">
          <ac:chgData name="Mariana Eliza Alves Costa" userId="S::1078276@sga.pucminas.br::c138fc88-73c0-47e1-b788-3e194ec42aa1" providerId="AD" clId="Web-{F34D92D3-7E8F-D288-DB77-E18866CC972B}" dt="2025-05-04T18:40:27.442" v="158" actId="20577"/>
          <ac:spMkLst>
            <pc:docMk/>
            <pc:sldMk cId="1597173864" sldId="281"/>
            <ac:spMk id="2" creationId="{7BBE77DF-183A-B1B4-3A7E-4EDA81C66ABA}"/>
          </ac:spMkLst>
        </pc:spChg>
        <pc:spChg chg="mod">
          <ac:chgData name="Mariana Eliza Alves Costa" userId="S::1078276@sga.pucminas.br::c138fc88-73c0-47e1-b788-3e194ec42aa1" providerId="AD" clId="Web-{F34D92D3-7E8F-D288-DB77-E18866CC972B}" dt="2025-05-04T18:39:48.660" v="147" actId="20577"/>
          <ac:spMkLst>
            <pc:docMk/>
            <pc:sldMk cId="1597173864" sldId="281"/>
            <ac:spMk id="7" creationId="{0573686F-1B6A-97C9-1C64-A376DCC6F4CD}"/>
          </ac:spMkLst>
        </pc:spChg>
        <pc:spChg chg="del">
          <ac:chgData name="Mariana Eliza Alves Costa" userId="S::1078276@sga.pucminas.br::c138fc88-73c0-47e1-b788-3e194ec42aa1" providerId="AD" clId="Web-{F34D92D3-7E8F-D288-DB77-E18866CC972B}" dt="2025-05-04T18:39:28.831" v="141"/>
          <ac:spMkLst>
            <pc:docMk/>
            <pc:sldMk cId="1597173864" sldId="281"/>
            <ac:spMk id="64" creationId="{CFD1D2CD-954D-4C4D-B505-05EAD159B230}"/>
          </ac:spMkLst>
        </pc:spChg>
        <pc:spChg chg="add">
          <ac:chgData name="Mariana Eliza Alves Costa" userId="S::1078276@sga.pucminas.br::c138fc88-73c0-47e1-b788-3e194ec42aa1" providerId="AD" clId="Web-{F34D92D3-7E8F-D288-DB77-E18866CC972B}" dt="2025-05-04T18:39:28.831" v="141"/>
          <ac:spMkLst>
            <pc:docMk/>
            <pc:sldMk cId="1597173864" sldId="281"/>
            <ac:spMk id="72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F34D92D3-7E8F-D288-DB77-E18866CC972B}" dt="2025-05-04T18:39:28.831" v="141"/>
          <ac:spMkLst>
            <pc:docMk/>
            <pc:sldMk cId="1597173864" sldId="281"/>
            <ac:spMk id="74" creationId="{D30DD7D3-2712-4491-B2C2-5FC23330C7CB}"/>
          </ac:spMkLst>
        </pc:spChg>
        <pc:picChg chg="mod">
          <ac:chgData name="Mariana Eliza Alves Costa" userId="S::1078276@sga.pucminas.br::c138fc88-73c0-47e1-b788-3e194ec42aa1" providerId="AD" clId="Web-{F34D92D3-7E8F-D288-DB77-E18866CC972B}" dt="2025-05-04T18:39:28.831" v="141"/>
          <ac:picMkLst>
            <pc:docMk/>
            <pc:sldMk cId="1597173864" sldId="281"/>
            <ac:picMk id="12" creationId="{7304634E-30B8-B7BA-13E3-EAEEDA72F97C}"/>
          </ac:picMkLst>
        </pc:picChg>
        <pc:cxnChg chg="del">
          <ac:chgData name="Mariana Eliza Alves Costa" userId="S::1078276@sga.pucminas.br::c138fc88-73c0-47e1-b788-3e194ec42aa1" providerId="AD" clId="Web-{F34D92D3-7E8F-D288-DB77-E18866CC972B}" dt="2025-05-04T18:39:28.831" v="141"/>
          <ac:cxnSpMkLst>
            <pc:docMk/>
            <pc:sldMk cId="1597173864" sldId="281"/>
            <ac:cxnSpMk id="63" creationId="{118E06E4-607B-144B-382B-AD3D06B1EE8C}"/>
          </ac:cxnSpMkLst>
        </pc:cxnChg>
        <pc:cxnChg chg="del">
          <ac:chgData name="Mariana Eliza Alves Costa" userId="S::1078276@sga.pucminas.br::c138fc88-73c0-47e1-b788-3e194ec42aa1" providerId="AD" clId="Web-{F34D92D3-7E8F-D288-DB77-E18866CC972B}" dt="2025-05-04T18:39:28.831" v="141"/>
          <ac:cxnSpMkLst>
            <pc:docMk/>
            <pc:sldMk cId="1597173864" sldId="281"/>
            <ac:cxnSpMk id="65" creationId="{A2D508B3-A66C-833E-D929-8DC211635676}"/>
          </ac:cxnSpMkLst>
        </pc:cxnChg>
        <pc:cxnChg chg="add">
          <ac:chgData name="Mariana Eliza Alves Costa" userId="S::1078276@sga.pucminas.br::c138fc88-73c0-47e1-b788-3e194ec42aa1" providerId="AD" clId="Web-{F34D92D3-7E8F-D288-DB77-E18866CC972B}" dt="2025-05-04T18:39:28.831" v="141"/>
          <ac:cxnSpMkLst>
            <pc:docMk/>
            <pc:sldMk cId="1597173864" sldId="281"/>
            <ac:cxnSpMk id="70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F34D92D3-7E8F-D288-DB77-E18866CC972B}" dt="2025-05-04T18:39:28.831" v="141"/>
          <ac:cxnSpMkLst>
            <pc:docMk/>
            <pc:sldMk cId="1597173864" sldId="281"/>
            <ac:cxnSpMk id="76" creationId="{FFD0734C-004D-4938-8EA0-2C3867A11A66}"/>
          </ac:cxnSpMkLst>
        </pc:cxnChg>
      </pc:sldChg>
      <pc:sldChg chg="addSp delSp modSp">
        <pc:chgData name="Mariana Eliza Alves Costa" userId="S::1078276@sga.pucminas.br::c138fc88-73c0-47e1-b788-3e194ec42aa1" providerId="AD" clId="Web-{F34D92D3-7E8F-D288-DB77-E18866CC972B}" dt="2025-05-04T18:43:09.666" v="200" actId="20577"/>
        <pc:sldMkLst>
          <pc:docMk/>
          <pc:sldMk cId="1901844762" sldId="282"/>
        </pc:sldMkLst>
        <pc:spChg chg="mod">
          <ac:chgData name="Mariana Eliza Alves Costa" userId="S::1078276@sga.pucminas.br::c138fc88-73c0-47e1-b788-3e194ec42aa1" providerId="AD" clId="Web-{F34D92D3-7E8F-D288-DB77-E18866CC972B}" dt="2025-05-04T18:40:44.208" v="160"/>
          <ac:spMkLst>
            <pc:docMk/>
            <pc:sldMk cId="1901844762" sldId="282"/>
            <ac:spMk id="2" creationId="{3442A541-FAFC-8117-A541-897B56D4256B}"/>
          </ac:spMkLst>
        </pc:spChg>
        <pc:spChg chg="add del mod">
          <ac:chgData name="Mariana Eliza Alves Costa" userId="S::1078276@sga.pucminas.br::c138fc88-73c0-47e1-b788-3e194ec42aa1" providerId="AD" clId="Web-{F34D92D3-7E8F-D288-DB77-E18866CC972B}" dt="2025-05-04T18:40:47.036" v="161"/>
          <ac:spMkLst>
            <pc:docMk/>
            <pc:sldMk cId="1901844762" sldId="282"/>
            <ac:spMk id="3" creationId="{D78BEC7E-7D70-9196-C912-A19F4735317C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8:40:44.208" v="160"/>
          <ac:spMkLst>
            <pc:docMk/>
            <pc:sldMk cId="1901844762" sldId="282"/>
            <ac:spMk id="8" creationId="{642CA72D-F7EF-A1B6-69D3-18A237FA0A1E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8:40:44.208" v="160"/>
          <ac:spMkLst>
            <pc:docMk/>
            <pc:sldMk cId="1901844762" sldId="282"/>
            <ac:spMk id="16" creationId="{DBDA151C-5770-45E4-AAFF-59E7F403866D}"/>
          </ac:spMkLst>
        </pc:spChg>
        <pc:spChg chg="add del mod">
          <ac:chgData name="Mariana Eliza Alves Costa" userId="S::1078276@sga.pucminas.br::c138fc88-73c0-47e1-b788-3e194ec42aa1" providerId="AD" clId="Web-{F34D92D3-7E8F-D288-DB77-E18866CC972B}" dt="2025-05-04T18:41:39.647" v="174"/>
          <ac:spMkLst>
            <pc:docMk/>
            <pc:sldMk cId="1901844762" sldId="282"/>
            <ac:spMk id="35" creationId="{D1F9E15A-B63A-76F2-0C85-268B9FD66367}"/>
          </ac:spMkLst>
        </pc:spChg>
        <pc:graphicFrameChg chg="add del">
          <ac:chgData name="Mariana Eliza Alves Costa" userId="S::1078276@sga.pucminas.br::c138fc88-73c0-47e1-b788-3e194ec42aa1" providerId="AD" clId="Web-{F34D92D3-7E8F-D288-DB77-E18866CC972B}" dt="2025-05-04T18:40:44.208" v="160"/>
          <ac:graphicFrameMkLst>
            <pc:docMk/>
            <pc:sldMk cId="1901844762" sldId="282"/>
            <ac:graphicFrameMk id="12" creationId="{1D0F5960-9582-E1F2-13DF-57E6FDF5524B}"/>
          </ac:graphicFrameMkLst>
        </pc:graphicFrameChg>
        <pc:graphicFrameChg chg="add mod modGraphic">
          <ac:chgData name="Mariana Eliza Alves Costa" userId="S::1078276@sga.pucminas.br::c138fc88-73c0-47e1-b788-3e194ec42aa1" providerId="AD" clId="Web-{F34D92D3-7E8F-D288-DB77-E18866CC972B}" dt="2025-05-04T18:43:09.666" v="200" actId="20577"/>
          <ac:graphicFrameMkLst>
            <pc:docMk/>
            <pc:sldMk cId="1901844762" sldId="282"/>
            <ac:graphicFrameMk id="36" creationId="{1D0F5960-9582-E1F2-13DF-57E6FDF5524B}"/>
          </ac:graphicFrameMkLst>
        </pc:graphicFrameChg>
        <pc:cxnChg chg="add del">
          <ac:chgData name="Mariana Eliza Alves Costa" userId="S::1078276@sga.pucminas.br::c138fc88-73c0-47e1-b788-3e194ec42aa1" providerId="AD" clId="Web-{F34D92D3-7E8F-D288-DB77-E18866CC972B}" dt="2025-05-04T18:40:44.208" v="160"/>
          <ac:cxnSpMkLst>
            <pc:docMk/>
            <pc:sldMk cId="1901844762" sldId="282"/>
            <ac:cxnSpMk id="10" creationId="{C33F9E92-53EF-A3D4-D69B-505BB0AE2D77}"/>
          </ac:cxnSpMkLst>
        </pc:cxnChg>
        <pc:cxnChg chg="add del">
          <ac:chgData name="Mariana Eliza Alves Costa" userId="S::1078276@sga.pucminas.br::c138fc88-73c0-47e1-b788-3e194ec42aa1" providerId="AD" clId="Web-{F34D92D3-7E8F-D288-DB77-E18866CC972B}" dt="2025-05-04T18:40:44.208" v="160"/>
          <ac:cxnSpMkLst>
            <pc:docMk/>
            <pc:sldMk cId="1901844762" sldId="282"/>
            <ac:cxnSpMk id="18" creationId="{05ADA91C-AD52-A530-A898-AD6E69874598}"/>
          </ac:cxnSpMkLst>
        </pc:cxnChg>
      </pc:sldChg>
      <pc:sldChg chg="addSp delSp modSp del">
        <pc:chgData name="Mariana Eliza Alves Costa" userId="S::1078276@sga.pucminas.br::c138fc88-73c0-47e1-b788-3e194ec42aa1" providerId="AD" clId="Web-{F34D92D3-7E8F-D288-DB77-E18866CC972B}" dt="2025-05-04T18:44:04.451" v="209"/>
        <pc:sldMkLst>
          <pc:docMk/>
          <pc:sldMk cId="805905377" sldId="285"/>
        </pc:sldMkLst>
        <pc:spChg chg="mod">
          <ac:chgData name="Mariana Eliza Alves Costa" userId="S::1078276@sga.pucminas.br::c138fc88-73c0-47e1-b788-3e194ec42aa1" providerId="AD" clId="Web-{F34D92D3-7E8F-D288-DB77-E18866CC972B}" dt="2025-05-04T18:43:28.791" v="201"/>
          <ac:spMkLst>
            <pc:docMk/>
            <pc:sldMk cId="805905377" sldId="285"/>
            <ac:spMk id="2" creationId="{6B11DE83-86C9-9220-13E9-EE8E8495713A}"/>
          </ac:spMkLst>
        </pc:spChg>
        <pc:spChg chg="del mod">
          <ac:chgData name="Mariana Eliza Alves Costa" userId="S::1078276@sga.pucminas.br::c138fc88-73c0-47e1-b788-3e194ec42aa1" providerId="AD" clId="Web-{F34D92D3-7E8F-D288-DB77-E18866CC972B}" dt="2025-05-04T18:39:10.612" v="139"/>
          <ac:spMkLst>
            <pc:docMk/>
            <pc:sldMk cId="805905377" sldId="285"/>
            <ac:spMk id="5" creationId="{2CE4D924-F66D-427B-76CB-FA5D6E25E45B}"/>
          </ac:spMkLst>
        </pc:spChg>
        <pc:spChg chg="del mod">
          <ac:chgData name="Mariana Eliza Alves Costa" userId="S::1078276@sga.pucminas.br::c138fc88-73c0-47e1-b788-3e194ec42aa1" providerId="AD" clId="Web-{F34D92D3-7E8F-D288-DB77-E18866CC972B}" dt="2025-05-04T18:43:28.791" v="201"/>
          <ac:spMkLst>
            <pc:docMk/>
            <pc:sldMk cId="805905377" sldId="285"/>
            <ac:spMk id="7" creationId="{4F5197E5-CFF6-83CA-1BCD-00131ABFE05D}"/>
          </ac:spMkLst>
        </pc:spChg>
        <pc:spChg chg="del">
          <ac:chgData name="Mariana Eliza Alves Costa" userId="S::1078276@sga.pucminas.br::c138fc88-73c0-47e1-b788-3e194ec42aa1" providerId="AD" clId="Web-{F34D92D3-7E8F-D288-DB77-E18866CC972B}" dt="2025-05-04T18:43:28.791" v="201"/>
          <ac:spMkLst>
            <pc:docMk/>
            <pc:sldMk cId="805905377" sldId="285"/>
            <ac:spMk id="8" creationId="{1FFC76AF-E1F6-F271-BA41-92F1FFD5C024}"/>
          </ac:spMkLst>
        </pc:spChg>
        <pc:spChg chg="add">
          <ac:chgData name="Mariana Eliza Alves Costa" userId="S::1078276@sga.pucminas.br::c138fc88-73c0-47e1-b788-3e194ec42aa1" providerId="AD" clId="Web-{F34D92D3-7E8F-D288-DB77-E18866CC972B}" dt="2025-05-04T18:43:28.791" v="201"/>
          <ac:spMkLst>
            <pc:docMk/>
            <pc:sldMk cId="805905377" sldId="285"/>
            <ac:spMk id="16" creationId="{DBDA151C-5770-45E4-AAFF-59E7F403866D}"/>
          </ac:spMkLst>
        </pc:spChg>
        <pc:graphicFrameChg chg="add">
          <ac:chgData name="Mariana Eliza Alves Costa" userId="S::1078276@sga.pucminas.br::c138fc88-73c0-47e1-b788-3e194ec42aa1" providerId="AD" clId="Web-{F34D92D3-7E8F-D288-DB77-E18866CC972B}" dt="2025-05-04T18:43:28.791" v="201"/>
          <ac:graphicFrameMkLst>
            <pc:docMk/>
            <pc:sldMk cId="805905377" sldId="285"/>
            <ac:graphicFrameMk id="12" creationId="{AFE4AA2E-21FB-4860-FC12-E1E9BC6B70B2}"/>
          </ac:graphicFrameMkLst>
        </pc:graphicFrameChg>
        <pc:cxnChg chg="del">
          <ac:chgData name="Mariana Eliza Alves Costa" userId="S::1078276@sga.pucminas.br::c138fc88-73c0-47e1-b788-3e194ec42aa1" providerId="AD" clId="Web-{F34D92D3-7E8F-D288-DB77-E18866CC972B}" dt="2025-05-04T18:43:28.791" v="201"/>
          <ac:cxnSpMkLst>
            <pc:docMk/>
            <pc:sldMk cId="805905377" sldId="285"/>
            <ac:cxnSpMk id="10" creationId="{9F525C1C-C296-3A62-0F6C-93229AC75ADA}"/>
          </ac:cxnSpMkLst>
        </pc:cxnChg>
        <pc:cxnChg chg="add">
          <ac:chgData name="Mariana Eliza Alves Costa" userId="S::1078276@sga.pucminas.br::c138fc88-73c0-47e1-b788-3e194ec42aa1" providerId="AD" clId="Web-{F34D92D3-7E8F-D288-DB77-E18866CC972B}" dt="2025-05-04T18:43:28.791" v="201"/>
          <ac:cxnSpMkLst>
            <pc:docMk/>
            <pc:sldMk cId="805905377" sldId="285"/>
            <ac:cxnSpMk id="18" creationId="{05ADA91C-AD52-A530-A898-AD6E69874598}"/>
          </ac:cxnSpMkLst>
        </pc:cxnChg>
      </pc:sldChg>
      <pc:sldChg chg="addSp delSp modSp">
        <pc:chgData name="Mariana Eliza Alves Costa" userId="S::1078276@sga.pucminas.br::c138fc88-73c0-47e1-b788-3e194ec42aa1" providerId="AD" clId="Web-{F34D92D3-7E8F-D288-DB77-E18866CC972B}" dt="2025-05-04T17:17:20.463" v="17" actId="20577"/>
        <pc:sldMkLst>
          <pc:docMk/>
          <pc:sldMk cId="3082404486" sldId="287"/>
        </pc:sldMkLst>
        <pc:spChg chg="mod">
          <ac:chgData name="Mariana Eliza Alves Costa" userId="S::1078276@sga.pucminas.br::c138fc88-73c0-47e1-b788-3e194ec42aa1" providerId="AD" clId="Web-{F34D92D3-7E8F-D288-DB77-E18866CC972B}" dt="2025-05-04T17:15:39.318" v="3" actId="20577"/>
          <ac:spMkLst>
            <pc:docMk/>
            <pc:sldMk cId="3082404486" sldId="287"/>
            <ac:spMk id="2" creationId="{AF4131DB-A9E0-B4E7-50FC-BCAD3C511804}"/>
          </ac:spMkLst>
        </pc:spChg>
        <pc:spChg chg="mod">
          <ac:chgData name="Mariana Eliza Alves Costa" userId="S::1078276@sga.pucminas.br::c138fc88-73c0-47e1-b788-3e194ec42aa1" providerId="AD" clId="Web-{F34D92D3-7E8F-D288-DB77-E18866CC972B}" dt="2025-05-04T17:17:20.463" v="17" actId="20577"/>
          <ac:spMkLst>
            <pc:docMk/>
            <pc:sldMk cId="3082404486" sldId="287"/>
            <ac:spMk id="3" creationId="{39CC72A3-71B8-0459-079B-36FC7040DBA3}"/>
          </ac:spMkLst>
        </pc:spChg>
        <pc:graphicFrameChg chg="add del mod">
          <ac:chgData name="Mariana Eliza Alves Costa" userId="S::1078276@sga.pucminas.br::c138fc88-73c0-47e1-b788-3e194ec42aa1" providerId="AD" clId="Web-{F34D92D3-7E8F-D288-DB77-E18866CC972B}" dt="2025-05-04T17:17:05.384" v="13"/>
          <ac:graphicFrameMkLst>
            <pc:docMk/>
            <pc:sldMk cId="3082404486" sldId="287"/>
            <ac:graphicFrameMk id="5" creationId="{37105011-62DA-6D12-F775-FA1B6F717C96}"/>
          </ac:graphicFrameMkLst>
        </pc:graphicFrameChg>
      </pc:sldChg>
      <pc:sldChg chg="del">
        <pc:chgData name="Mariana Eliza Alves Costa" userId="S::1078276@sga.pucminas.br::c138fc88-73c0-47e1-b788-3e194ec42aa1" providerId="AD" clId="Web-{F34D92D3-7E8F-D288-DB77-E18866CC972B}" dt="2025-05-04T18:46:55.364" v="284"/>
        <pc:sldMkLst>
          <pc:docMk/>
          <pc:sldMk cId="3295992187" sldId="288"/>
        </pc:sldMkLst>
      </pc:sldChg>
      <pc:sldChg chg="addSp delSp modSp add ord replId">
        <pc:chgData name="Mariana Eliza Alves Costa" userId="S::1078276@sga.pucminas.br::c138fc88-73c0-47e1-b788-3e194ec42aa1" providerId="AD" clId="Web-{F34D92D3-7E8F-D288-DB77-E18866CC972B}" dt="2025-05-04T18:33:47.239" v="85" actId="14100"/>
        <pc:sldMkLst>
          <pc:docMk/>
          <pc:sldMk cId="1840433688" sldId="292"/>
        </pc:sldMkLst>
        <pc:spChg chg="mod">
          <ac:chgData name="Mariana Eliza Alves Costa" userId="S::1078276@sga.pucminas.br::c138fc88-73c0-47e1-b788-3e194ec42aa1" providerId="AD" clId="Web-{F34D92D3-7E8F-D288-DB77-E18866CC972B}" dt="2025-05-04T18:33:41.059" v="83" actId="20577"/>
          <ac:spMkLst>
            <pc:docMk/>
            <pc:sldMk cId="1840433688" sldId="292"/>
            <ac:spMk id="2" creationId="{90245E17-5D5B-3DC3-CE8A-3A8786695F9F}"/>
          </ac:spMkLst>
        </pc:spChg>
        <pc:spChg chg="add mod">
          <ac:chgData name="Mariana Eliza Alves Costa" userId="S::1078276@sga.pucminas.br::c138fc88-73c0-47e1-b788-3e194ec42aa1" providerId="AD" clId="Web-{F34D92D3-7E8F-D288-DB77-E18866CC972B}" dt="2025-05-04T18:33:47.239" v="85" actId="14100"/>
          <ac:spMkLst>
            <pc:docMk/>
            <pc:sldMk cId="1840433688" sldId="292"/>
            <ac:spMk id="4" creationId="{1733F9FB-B30D-6536-0A43-BBFD67118BD1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8:33:18.809" v="75"/>
          <ac:spMkLst>
            <pc:docMk/>
            <pc:sldMk cId="1840433688" sldId="292"/>
            <ac:spMk id="6" creationId="{4FE2ED03-F4D4-5B43-A2FF-9CA0ED9643EA}"/>
          </ac:spMkLst>
        </pc:spChg>
        <pc:spChg chg="del mod">
          <ac:chgData name="Mariana Eliza Alves Costa" userId="S::1078276@sga.pucminas.br::c138fc88-73c0-47e1-b788-3e194ec42aa1" providerId="AD" clId="Web-{F34D92D3-7E8F-D288-DB77-E18866CC972B}" dt="2025-05-04T18:33:14.777" v="73"/>
          <ac:spMkLst>
            <pc:docMk/>
            <pc:sldMk cId="1840433688" sldId="292"/>
            <ac:spMk id="25" creationId="{C4A5408E-620D-09A8-E4A2-EA402782327D}"/>
          </ac:spMkLst>
        </pc:spChg>
        <pc:spChg chg="del">
          <ac:chgData name="Mariana Eliza Alves Costa" userId="S::1078276@sga.pucminas.br::c138fc88-73c0-47e1-b788-3e194ec42aa1" providerId="AD" clId="Web-{F34D92D3-7E8F-D288-DB77-E18866CC972B}" dt="2025-05-04T18:32:29.836" v="64"/>
          <ac:spMkLst>
            <pc:docMk/>
            <pc:sldMk cId="1840433688" sldId="292"/>
            <ac:spMk id="46" creationId="{05273D59-EBDD-EA49-D8A6-F34483851E56}"/>
          </ac:spMkLst>
        </pc:spChg>
        <pc:spChg chg="add">
          <ac:chgData name="Mariana Eliza Alves Costa" userId="S::1078276@sga.pucminas.br::c138fc88-73c0-47e1-b788-3e194ec42aa1" providerId="AD" clId="Web-{F34D92D3-7E8F-D288-DB77-E18866CC972B}" dt="2025-05-04T18:32:29.836" v="64"/>
          <ac:spMkLst>
            <pc:docMk/>
            <pc:sldMk cId="1840433688" sldId="292"/>
            <ac:spMk id="56" creationId="{744CAA32-F237-419C-A2DD-43C28D920D3C}"/>
          </ac:spMkLst>
        </pc:spChg>
        <pc:picChg chg="del">
          <ac:chgData name="Mariana Eliza Alves Costa" userId="S::1078276@sga.pucminas.br::c138fc88-73c0-47e1-b788-3e194ec42aa1" providerId="AD" clId="Web-{F34D92D3-7E8F-D288-DB77-E18866CC972B}" dt="2025-05-04T18:32:26.789" v="63"/>
          <ac:picMkLst>
            <pc:docMk/>
            <pc:sldMk cId="1840433688" sldId="292"/>
            <ac:picMk id="51" creationId="{285BE120-8A3C-4C40-F7CE-912D799B47A9}"/>
          </ac:picMkLst>
        </pc:picChg>
        <pc:picChg chg="add">
          <ac:chgData name="Mariana Eliza Alves Costa" userId="S::1078276@sga.pucminas.br::c138fc88-73c0-47e1-b788-3e194ec42aa1" providerId="AD" clId="Web-{F34D92D3-7E8F-D288-DB77-E18866CC972B}" dt="2025-05-04T18:32:29.836" v="64"/>
          <ac:picMkLst>
            <pc:docMk/>
            <pc:sldMk cId="1840433688" sldId="292"/>
            <ac:picMk id="52" creationId="{7915CCF8-2DC4-7A88-6D14-05CA629C492B}"/>
          </ac:picMkLst>
        </pc:picChg>
        <pc:cxnChg chg="del">
          <ac:chgData name="Mariana Eliza Alves Costa" userId="S::1078276@sga.pucminas.br::c138fc88-73c0-47e1-b788-3e194ec42aa1" providerId="AD" clId="Web-{F34D92D3-7E8F-D288-DB77-E18866CC972B}" dt="2025-05-04T18:32:29.836" v="64"/>
          <ac:cxnSpMkLst>
            <pc:docMk/>
            <pc:sldMk cId="1840433688" sldId="292"/>
            <ac:cxnSpMk id="50" creationId="{14730639-FDA7-3D54-9EF0-2C69A65F598C}"/>
          </ac:cxnSpMkLst>
        </pc:cxnChg>
        <pc:cxnChg chg="add">
          <ac:chgData name="Mariana Eliza Alves Costa" userId="S::1078276@sga.pucminas.br::c138fc88-73c0-47e1-b788-3e194ec42aa1" providerId="AD" clId="Web-{F34D92D3-7E8F-D288-DB77-E18866CC972B}" dt="2025-05-04T18:32:29.836" v="64"/>
          <ac:cxnSpMkLst>
            <pc:docMk/>
            <pc:sldMk cId="1840433688" sldId="292"/>
            <ac:cxnSpMk id="58" creationId="{753FE100-D0AB-4AE2-824B-60CFA31EC6A2}"/>
          </ac:cxnSpMkLst>
        </pc:cxnChg>
      </pc:sldChg>
      <pc:sldChg chg="addSp delSp modSp add replId">
        <pc:chgData name="Mariana Eliza Alves Costa" userId="S::1078276@sga.pucminas.br::c138fc88-73c0-47e1-b788-3e194ec42aa1" providerId="AD" clId="Web-{F34D92D3-7E8F-D288-DB77-E18866CC972B}" dt="2025-05-04T18:45:03.421" v="225"/>
        <pc:sldMkLst>
          <pc:docMk/>
          <pc:sldMk cId="471762326" sldId="293"/>
        </pc:sldMkLst>
        <pc:spChg chg="mod">
          <ac:chgData name="Mariana Eliza Alves Costa" userId="S::1078276@sga.pucminas.br::c138fc88-73c0-47e1-b788-3e194ec42aa1" providerId="AD" clId="Web-{F34D92D3-7E8F-D288-DB77-E18866CC972B}" dt="2025-05-04T18:45:03.421" v="225"/>
          <ac:spMkLst>
            <pc:docMk/>
            <pc:sldMk cId="471762326" sldId="293"/>
            <ac:spMk id="2" creationId="{2C1B738B-611A-016C-1520-53E32E2995A9}"/>
          </ac:spMkLst>
        </pc:spChg>
        <pc:spChg chg="del">
          <ac:chgData name="Mariana Eliza Alves Costa" userId="S::1078276@sga.pucminas.br::c138fc88-73c0-47e1-b788-3e194ec42aa1" providerId="AD" clId="Web-{F34D92D3-7E8F-D288-DB77-E18866CC972B}" dt="2025-05-04T18:44:17.795" v="210"/>
          <ac:spMkLst>
            <pc:docMk/>
            <pc:sldMk cId="471762326" sldId="293"/>
            <ac:spMk id="8" creationId="{219473C5-C7CF-1286-BEB7-7E2A602C35C3}"/>
          </ac:spMkLst>
        </pc:spChg>
        <pc:spChg chg="add del">
          <ac:chgData name="Mariana Eliza Alves Costa" userId="S::1078276@sga.pucminas.br::c138fc88-73c0-47e1-b788-3e194ec42aa1" providerId="AD" clId="Web-{F34D92D3-7E8F-D288-DB77-E18866CC972B}" dt="2025-05-04T18:45:03.421" v="225"/>
          <ac:spMkLst>
            <pc:docMk/>
            <pc:sldMk cId="471762326" sldId="293"/>
            <ac:spMk id="41" creationId="{DBDA151C-5770-45E4-AAFF-59E7F403866D}"/>
          </ac:spMkLst>
        </pc:spChg>
        <pc:spChg chg="add">
          <ac:chgData name="Mariana Eliza Alves Costa" userId="S::1078276@sga.pucminas.br::c138fc88-73c0-47e1-b788-3e194ec42aa1" providerId="AD" clId="Web-{F34D92D3-7E8F-D288-DB77-E18866CC972B}" dt="2025-05-04T18:45:03.421" v="225"/>
          <ac:spMkLst>
            <pc:docMk/>
            <pc:sldMk cId="471762326" sldId="293"/>
            <ac:spMk id="48" creationId="{A637580D-1176-4083-A9A1-BD8ED08996EC}"/>
          </ac:spMkLst>
        </pc:spChg>
        <pc:graphicFrameChg chg="mod modGraphic">
          <ac:chgData name="Mariana Eliza Alves Costa" userId="S::1078276@sga.pucminas.br::c138fc88-73c0-47e1-b788-3e194ec42aa1" providerId="AD" clId="Web-{F34D92D3-7E8F-D288-DB77-E18866CC972B}" dt="2025-05-04T18:45:03.421" v="225"/>
          <ac:graphicFrameMkLst>
            <pc:docMk/>
            <pc:sldMk cId="471762326" sldId="293"/>
            <ac:graphicFrameMk id="36" creationId="{ECC0931C-600E-A136-1E08-BB3E8F96CA83}"/>
          </ac:graphicFrameMkLst>
        </pc:graphicFrameChg>
        <pc:cxnChg chg="del">
          <ac:chgData name="Mariana Eliza Alves Costa" userId="S::1078276@sga.pucminas.br::c138fc88-73c0-47e1-b788-3e194ec42aa1" providerId="AD" clId="Web-{F34D92D3-7E8F-D288-DB77-E18866CC972B}" dt="2025-05-04T18:44:17.795" v="210"/>
          <ac:cxnSpMkLst>
            <pc:docMk/>
            <pc:sldMk cId="471762326" sldId="293"/>
            <ac:cxnSpMk id="10" creationId="{2D3CA600-AE3E-5676-80FF-0888FB7EFA7D}"/>
          </ac:cxnSpMkLst>
        </pc:cxnChg>
        <pc:cxnChg chg="add del">
          <ac:chgData name="Mariana Eliza Alves Costa" userId="S::1078276@sga.pucminas.br::c138fc88-73c0-47e1-b788-3e194ec42aa1" providerId="AD" clId="Web-{F34D92D3-7E8F-D288-DB77-E18866CC972B}" dt="2025-05-04T18:45:03.421" v="225"/>
          <ac:cxnSpMkLst>
            <pc:docMk/>
            <pc:sldMk cId="471762326" sldId="293"/>
            <ac:cxnSpMk id="43" creationId="{E62D3963-2153-4637-96E6-E31BD2CE5D0D}"/>
          </ac:cxnSpMkLst>
        </pc:cxnChg>
        <pc:cxnChg chg="add">
          <ac:chgData name="Mariana Eliza Alves Costa" userId="S::1078276@sga.pucminas.br::c138fc88-73c0-47e1-b788-3e194ec42aa1" providerId="AD" clId="Web-{F34D92D3-7E8F-D288-DB77-E18866CC972B}" dt="2025-05-04T18:45:03.421" v="225"/>
          <ac:cxnSpMkLst>
            <pc:docMk/>
            <pc:sldMk cId="471762326" sldId="293"/>
            <ac:cxnSpMk id="50" creationId="{B9C96FDC-E4C2-7D8A-44BA-572E7CD9E899}"/>
          </ac:cxnSpMkLst>
        </pc:cxnChg>
      </pc:sldChg>
      <pc:sldChg chg="modSp new">
        <pc:chgData name="Mariana Eliza Alves Costa" userId="S::1078276@sga.pucminas.br::c138fc88-73c0-47e1-b788-3e194ec42aa1" providerId="AD" clId="Web-{F34D92D3-7E8F-D288-DB77-E18866CC972B}" dt="2025-05-04T19:05:13.574" v="585" actId="20577"/>
        <pc:sldMkLst>
          <pc:docMk/>
          <pc:sldMk cId="164839551" sldId="294"/>
        </pc:sldMkLst>
        <pc:spChg chg="mod">
          <ac:chgData name="Mariana Eliza Alves Costa" userId="S::1078276@sga.pucminas.br::c138fc88-73c0-47e1-b788-3e194ec42aa1" providerId="AD" clId="Web-{F34D92D3-7E8F-D288-DB77-E18866CC972B}" dt="2025-05-04T19:03:35.180" v="570" actId="20577"/>
          <ac:spMkLst>
            <pc:docMk/>
            <pc:sldMk cId="164839551" sldId="294"/>
            <ac:spMk id="2" creationId="{2B295EA0-E5A8-4C2F-8394-FA5C34EEAB06}"/>
          </ac:spMkLst>
        </pc:spChg>
        <pc:spChg chg="mod">
          <ac:chgData name="Mariana Eliza Alves Costa" userId="S::1078276@sga.pucminas.br::c138fc88-73c0-47e1-b788-3e194ec42aa1" providerId="AD" clId="Web-{F34D92D3-7E8F-D288-DB77-E18866CC972B}" dt="2025-05-04T19:05:13.574" v="585" actId="20577"/>
          <ac:spMkLst>
            <pc:docMk/>
            <pc:sldMk cId="164839551" sldId="294"/>
            <ac:spMk id="3" creationId="{251C1675-79B8-D201-71A0-3823750FB58A}"/>
          </ac:spMkLst>
        </pc:spChg>
      </pc:sldChg>
      <pc:sldChg chg="addSp delSp modSp new mod setBg">
        <pc:chgData name="Mariana Eliza Alves Costa" userId="S::1078276@sga.pucminas.br::c138fc88-73c0-47e1-b788-3e194ec42aa1" providerId="AD" clId="Web-{F34D92D3-7E8F-D288-DB77-E18866CC972B}" dt="2025-05-04T18:55:33.943" v="478" actId="1076"/>
        <pc:sldMkLst>
          <pc:docMk/>
          <pc:sldMk cId="2674112268" sldId="295"/>
        </pc:sldMkLst>
        <pc:spChg chg="mod">
          <ac:chgData name="Mariana Eliza Alves Costa" userId="S::1078276@sga.pucminas.br::c138fc88-73c0-47e1-b788-3e194ec42aa1" providerId="AD" clId="Web-{F34D92D3-7E8F-D288-DB77-E18866CC972B}" dt="2025-05-04T18:54:36.269" v="464" actId="1076"/>
          <ac:spMkLst>
            <pc:docMk/>
            <pc:sldMk cId="2674112268" sldId="295"/>
            <ac:spMk id="2" creationId="{0ABC025C-9F44-84D2-69A0-06A2E2A18946}"/>
          </ac:spMkLst>
        </pc:spChg>
        <pc:spChg chg="del mod">
          <ac:chgData name="Mariana Eliza Alves Costa" userId="S::1078276@sga.pucminas.br::c138fc88-73c0-47e1-b788-3e194ec42aa1" providerId="AD" clId="Web-{F34D92D3-7E8F-D288-DB77-E18866CC972B}" dt="2025-05-04T18:55:04.145" v="470"/>
          <ac:spMkLst>
            <pc:docMk/>
            <pc:sldMk cId="2674112268" sldId="295"/>
            <ac:spMk id="3" creationId="{D2A1BCE0-188A-E2E2-8436-2EDBBE5AD6AE}"/>
          </ac:spMkLst>
        </pc:spChg>
        <pc:spChg chg="add mod">
          <ac:chgData name="Mariana Eliza Alves Costa" userId="S::1078276@sga.pucminas.br::c138fc88-73c0-47e1-b788-3e194ec42aa1" providerId="AD" clId="Web-{F34D92D3-7E8F-D288-DB77-E18866CC972B}" dt="2025-05-04T18:54:34.082" v="463" actId="14100"/>
          <ac:spMkLst>
            <pc:docMk/>
            <pc:sldMk cId="2674112268" sldId="295"/>
            <ac:spMk id="5" creationId="{05A9AE0C-E855-D55B-4C17-86B3258862D3}"/>
          </ac:spMkLst>
        </pc:spChg>
        <pc:spChg chg="add del mod">
          <ac:chgData name="Mariana Eliza Alves Costa" userId="S::1078276@sga.pucminas.br::c138fc88-73c0-47e1-b788-3e194ec42aa1" providerId="AD" clId="Web-{F34D92D3-7E8F-D288-DB77-E18866CC972B}" dt="2025-05-04T18:55:05.270" v="471"/>
          <ac:spMkLst>
            <pc:docMk/>
            <pc:sldMk cId="2674112268" sldId="295"/>
            <ac:spMk id="8" creationId="{8CE85650-B7F7-E51D-86C1-D560105F424A}"/>
          </ac:spMkLst>
        </pc:spChg>
        <pc:spChg chg="add">
          <ac:chgData name="Mariana Eliza Alves Costa" userId="S::1078276@sga.pucminas.br::c138fc88-73c0-47e1-b788-3e194ec42aa1" providerId="AD" clId="Web-{F34D92D3-7E8F-D288-DB77-E18866CC972B}" dt="2025-05-04T18:53:14.689" v="424"/>
          <ac:spMkLst>
            <pc:docMk/>
            <pc:sldMk cId="2674112268" sldId="295"/>
            <ac:spMk id="10" creationId="{DBDA151C-5770-45E4-AAFF-59E7F403866D}"/>
          </ac:spMkLst>
        </pc:spChg>
        <pc:picChg chg="add del">
          <ac:chgData name="Mariana Eliza Alves Costa" userId="S::1078276@sga.pucminas.br::c138fc88-73c0-47e1-b788-3e194ec42aa1" providerId="AD" clId="Web-{F34D92D3-7E8F-D288-DB77-E18866CC972B}" dt="2025-05-04T18:54:00.049" v="451"/>
          <ac:picMkLst>
            <pc:docMk/>
            <pc:sldMk cId="2674112268" sldId="295"/>
            <ac:picMk id="7" creationId="{19C2CBBD-A613-70AB-03A7-7F7A1EF4B5BC}"/>
          </ac:picMkLst>
        </pc:picChg>
        <pc:picChg chg="add mod ord modCrop">
          <ac:chgData name="Mariana Eliza Alves Costa" userId="S::1078276@sga.pucminas.br::c138fc88-73c0-47e1-b788-3e194ec42aa1" providerId="AD" clId="Web-{F34D92D3-7E8F-D288-DB77-E18866CC972B}" dt="2025-05-04T18:55:33.943" v="478" actId="1076"/>
          <ac:picMkLst>
            <pc:docMk/>
            <pc:sldMk cId="2674112268" sldId="295"/>
            <ac:picMk id="9" creationId="{13017BDC-4D93-B586-8FD9-43A8AA399C47}"/>
          </ac:picMkLst>
        </pc:picChg>
        <pc:cxnChg chg="add">
          <ac:chgData name="Mariana Eliza Alves Costa" userId="S::1078276@sga.pucminas.br::c138fc88-73c0-47e1-b788-3e194ec42aa1" providerId="AD" clId="Web-{F34D92D3-7E8F-D288-DB77-E18866CC972B}" dt="2025-05-04T18:53:14.689" v="424"/>
          <ac:cxnSpMkLst>
            <pc:docMk/>
            <pc:sldMk cId="2674112268" sldId="295"/>
            <ac:cxnSpMk id="12" creationId="{B209265E-E0D7-493B-97CE-2263D50C3F0A}"/>
          </ac:cxnSpMkLst>
        </pc:cxnChg>
      </pc:sldChg>
      <pc:sldChg chg="addSp delSp modSp new mod modClrScheme chgLayout">
        <pc:chgData name="Mariana Eliza Alves Costa" userId="S::1078276@sga.pucminas.br::c138fc88-73c0-47e1-b788-3e194ec42aa1" providerId="AD" clId="Web-{F34D92D3-7E8F-D288-DB77-E18866CC972B}" dt="2025-05-04T18:59:14.282" v="515" actId="14100"/>
        <pc:sldMkLst>
          <pc:docMk/>
          <pc:sldMk cId="1001742171" sldId="296"/>
        </pc:sldMkLst>
        <pc:spChg chg="del mod ord">
          <ac:chgData name="Mariana Eliza Alves Costa" userId="S::1078276@sga.pucminas.br::c138fc88-73c0-47e1-b788-3e194ec42aa1" providerId="AD" clId="Web-{F34D92D3-7E8F-D288-DB77-E18866CC972B}" dt="2025-05-04T18:56:39.356" v="486"/>
          <ac:spMkLst>
            <pc:docMk/>
            <pc:sldMk cId="1001742171" sldId="296"/>
            <ac:spMk id="2" creationId="{48032BE2-0858-8BEA-9B20-1A98B4E43978}"/>
          </ac:spMkLst>
        </pc:spChg>
        <pc:spChg chg="del">
          <ac:chgData name="Mariana Eliza Alves Costa" userId="S::1078276@sga.pucminas.br::c138fc88-73c0-47e1-b788-3e194ec42aa1" providerId="AD" clId="Web-{F34D92D3-7E8F-D288-DB77-E18866CC972B}" dt="2025-05-04T18:56:08.678" v="480"/>
          <ac:spMkLst>
            <pc:docMk/>
            <pc:sldMk cId="1001742171" sldId="296"/>
            <ac:spMk id="3" creationId="{34805082-306A-2ED0-FA83-57CDD460C193}"/>
          </ac:spMkLst>
        </pc:spChg>
        <pc:spChg chg="add del mod ord">
          <ac:chgData name="Mariana Eliza Alves Costa" userId="S::1078276@sga.pucminas.br::c138fc88-73c0-47e1-b788-3e194ec42aa1" providerId="AD" clId="Web-{F34D92D3-7E8F-D288-DB77-E18866CC972B}" dt="2025-05-04T18:56:37.903" v="485"/>
          <ac:spMkLst>
            <pc:docMk/>
            <pc:sldMk cId="1001742171" sldId="296"/>
            <ac:spMk id="6" creationId="{A55393C3-0830-E599-7D3C-0214E28DB9CB}"/>
          </ac:spMkLst>
        </pc:spChg>
        <pc:spChg chg="add del mod ord">
          <ac:chgData name="Mariana Eliza Alves Costa" userId="S::1078276@sga.pucminas.br::c138fc88-73c0-47e1-b788-3e194ec42aa1" providerId="AD" clId="Web-{F34D92D3-7E8F-D288-DB77-E18866CC972B}" dt="2025-05-04T18:56:32.976" v="484"/>
          <ac:spMkLst>
            <pc:docMk/>
            <pc:sldMk cId="1001742171" sldId="296"/>
            <ac:spMk id="7" creationId="{01D02F23-AAB9-2A0A-F032-1C2B6E5E1EE9}"/>
          </ac:spMkLst>
        </pc:spChg>
        <pc:spChg chg="add del mod ord">
          <ac:chgData name="Mariana Eliza Alves Costa" userId="S::1078276@sga.pucminas.br::c138fc88-73c0-47e1-b788-3e194ec42aa1" providerId="AD" clId="Web-{F34D92D3-7E8F-D288-DB77-E18866CC972B}" dt="2025-05-04T18:56:31.819" v="483"/>
          <ac:spMkLst>
            <pc:docMk/>
            <pc:sldMk cId="1001742171" sldId="296"/>
            <ac:spMk id="8" creationId="{55046BF5-6878-81B7-D16B-577822F3AF16}"/>
          </ac:spMkLst>
        </pc:spChg>
        <pc:spChg chg="add del mod">
          <ac:chgData name="Mariana Eliza Alves Costa" userId="S::1078276@sga.pucminas.br::c138fc88-73c0-47e1-b788-3e194ec42aa1" providerId="AD" clId="Web-{F34D92D3-7E8F-D288-DB77-E18866CC972B}" dt="2025-05-04T18:57:33.076" v="501"/>
          <ac:spMkLst>
            <pc:docMk/>
            <pc:sldMk cId="1001742171" sldId="296"/>
            <ac:spMk id="10" creationId="{E46175FE-6236-7037-C6D9-C7892AE363AD}"/>
          </ac:spMkLst>
        </pc:spChg>
        <pc:picChg chg="add del mod ord">
          <ac:chgData name="Mariana Eliza Alves Costa" userId="S::1078276@sga.pucminas.br::c138fc88-73c0-47e1-b788-3e194ec42aa1" providerId="AD" clId="Web-{F34D92D3-7E8F-D288-DB77-E18866CC972B}" dt="2025-05-04T18:57:31.951" v="500"/>
          <ac:picMkLst>
            <pc:docMk/>
            <pc:sldMk cId="1001742171" sldId="296"/>
            <ac:picMk id="4" creationId="{8354D018-FE50-352C-E044-20FA03158D4A}"/>
          </ac:picMkLst>
        </pc:picChg>
        <pc:picChg chg="add del mod">
          <ac:chgData name="Mariana Eliza Alves Costa" userId="S::1078276@sga.pucminas.br::c138fc88-73c0-47e1-b788-3e194ec42aa1" providerId="AD" clId="Web-{F34D92D3-7E8F-D288-DB77-E18866CC972B}" dt="2025-05-04T18:57:16.872" v="499"/>
          <ac:picMkLst>
            <pc:docMk/>
            <pc:sldMk cId="1001742171" sldId="296"/>
            <ac:picMk id="5" creationId="{222AD88F-FBF5-095A-F05D-F05F0BE6F41C}"/>
          </ac:picMkLst>
        </pc:picChg>
        <pc:picChg chg="add del mod ord">
          <ac:chgData name="Mariana Eliza Alves Costa" userId="S::1078276@sga.pucminas.br::c138fc88-73c0-47e1-b788-3e194ec42aa1" providerId="AD" clId="Web-{F34D92D3-7E8F-D288-DB77-E18866CC972B}" dt="2025-05-04T18:58:36.984" v="508"/>
          <ac:picMkLst>
            <pc:docMk/>
            <pc:sldMk cId="1001742171" sldId="296"/>
            <ac:picMk id="11" creationId="{66FFAE73-648B-B18C-0DC7-04BCF7F7D026}"/>
          </ac:picMkLst>
        </pc:picChg>
        <pc:picChg chg="add del mod">
          <ac:chgData name="Mariana Eliza Alves Costa" userId="S::1078276@sga.pucminas.br::c138fc88-73c0-47e1-b788-3e194ec42aa1" providerId="AD" clId="Web-{F34D92D3-7E8F-D288-DB77-E18866CC972B}" dt="2025-05-04T18:58:57.579" v="510"/>
          <ac:picMkLst>
            <pc:docMk/>
            <pc:sldMk cId="1001742171" sldId="296"/>
            <ac:picMk id="12" creationId="{5B4D4579-03FE-E8C1-6DD6-059FA6EC24DD}"/>
          </ac:picMkLst>
        </pc:picChg>
        <pc:picChg chg="add mod modCrop">
          <ac:chgData name="Mariana Eliza Alves Costa" userId="S::1078276@sga.pucminas.br::c138fc88-73c0-47e1-b788-3e194ec42aa1" providerId="AD" clId="Web-{F34D92D3-7E8F-D288-DB77-E18866CC972B}" dt="2025-05-04T18:59:14.282" v="515" actId="14100"/>
          <ac:picMkLst>
            <pc:docMk/>
            <pc:sldMk cId="1001742171" sldId="296"/>
            <ac:picMk id="13" creationId="{C06BB70D-2330-BFD6-1B9D-3539AE73E285}"/>
          </ac:picMkLst>
        </pc:picChg>
      </pc:sldChg>
    </pc:docChg>
  </pc:docChgLst>
  <pc:docChgLst>
    <pc:chgData name="Nataniel Geraldo Mendes Peixoto" userId="S::838949@sga.pucminas.br::b2da7392-f86c-4fd9-89f1-a7c997f79bfd" providerId="AD" clId="Web-{71C4F3F8-202E-6D32-BFA6-7537D9858B6A}"/>
    <pc:docChg chg="addSld modSld">
      <pc:chgData name="Nataniel Geraldo Mendes Peixoto" userId="S::838949@sga.pucminas.br::b2da7392-f86c-4fd9-89f1-a7c997f79bfd" providerId="AD" clId="Web-{71C4F3F8-202E-6D32-BFA6-7537D9858B6A}" dt="2025-06-22T18:04:11.034" v="172" actId="20577"/>
      <pc:docMkLst>
        <pc:docMk/>
      </pc:docMkLst>
      <pc:sldChg chg="addSp delSp modSp add replId">
        <pc:chgData name="Nataniel Geraldo Mendes Peixoto" userId="S::838949@sga.pucminas.br::b2da7392-f86c-4fd9-89f1-a7c997f79bfd" providerId="AD" clId="Web-{71C4F3F8-202E-6D32-BFA6-7537D9858B6A}" dt="2025-06-22T18:04:11.034" v="172" actId="20577"/>
        <pc:sldMkLst>
          <pc:docMk/>
          <pc:sldMk cId="2619317401" sldId="338"/>
        </pc:sldMkLst>
        <pc:spChg chg="mod">
          <ac:chgData name="Nataniel Geraldo Mendes Peixoto" userId="S::838949@sga.pucminas.br::b2da7392-f86c-4fd9-89f1-a7c997f79bfd" providerId="AD" clId="Web-{71C4F3F8-202E-6D32-BFA6-7537D9858B6A}" dt="2025-06-22T17:57:59.585" v="71" actId="20577"/>
          <ac:spMkLst>
            <pc:docMk/>
            <pc:sldMk cId="2619317401" sldId="338"/>
            <ac:spMk id="2" creationId="{9D0FD166-E78D-DFB5-033B-A061D6E77259}"/>
          </ac:spMkLst>
        </pc:spChg>
        <pc:spChg chg="add mod">
          <ac:chgData name="Nataniel Geraldo Mendes Peixoto" userId="S::838949@sga.pucminas.br::b2da7392-f86c-4fd9-89f1-a7c997f79bfd" providerId="AD" clId="Web-{71C4F3F8-202E-6D32-BFA6-7537D9858B6A}" dt="2025-06-22T18:04:11.034" v="172" actId="20577"/>
          <ac:spMkLst>
            <pc:docMk/>
            <pc:sldMk cId="2619317401" sldId="338"/>
            <ac:spMk id="4" creationId="{4A3CE228-3C8F-8BD8-1307-3D11A10F33EE}"/>
          </ac:spMkLst>
        </pc:spChg>
        <pc:picChg chg="del">
          <ac:chgData name="Nataniel Geraldo Mendes Peixoto" userId="S::838949@sga.pucminas.br::b2da7392-f86c-4fd9-89f1-a7c997f79bfd" providerId="AD" clId="Web-{71C4F3F8-202E-6D32-BFA6-7537D9858B6A}" dt="2025-06-22T17:56:40.473" v="1"/>
          <ac:picMkLst>
            <pc:docMk/>
            <pc:sldMk cId="2619317401" sldId="338"/>
            <ac:picMk id="5" creationId="{C0F238A8-A90C-A193-DEDD-E3EF2AAEC702}"/>
          </ac:picMkLst>
        </pc:picChg>
      </pc:sldChg>
    </pc:docChg>
  </pc:docChgLst>
  <pc:docChgLst>
    <pc:chgData name="Usuário Convidado" userId="S::urn:spo:tenantanon#14cbd5a7-ec94-46ba-b314-cc0fc972a161::" providerId="AD" clId="Web-{80545250-C458-8393-070D-7402E145A6FC}"/>
    <pc:docChg chg="modSld">
      <pc:chgData name="Usuário Convidado" userId="S::urn:spo:tenantanon#14cbd5a7-ec94-46ba-b314-cc0fc972a161::" providerId="AD" clId="Web-{80545250-C458-8393-070D-7402E145A6FC}" dt="2025-05-04T21:14:11.503" v="11" actId="20577"/>
      <pc:docMkLst>
        <pc:docMk/>
      </pc:docMkLst>
      <pc:sldChg chg="addSp delSp modSp">
        <pc:chgData name="Usuário Convidado" userId="S::urn:spo:tenantanon#14cbd5a7-ec94-46ba-b314-cc0fc972a161::" providerId="AD" clId="Web-{80545250-C458-8393-070D-7402E145A6FC}" dt="2025-05-04T21:14:11.503" v="11" actId="20577"/>
        <pc:sldMkLst>
          <pc:docMk/>
          <pc:sldMk cId="2652400676" sldId="289"/>
        </pc:sldMkLst>
        <pc:spChg chg="mod">
          <ac:chgData name="Usuário Convidado" userId="S::urn:spo:tenantanon#14cbd5a7-ec94-46ba-b314-cc0fc972a161::" providerId="AD" clId="Web-{80545250-C458-8393-070D-7402E145A6FC}" dt="2025-05-04T21:14:11.503" v="11" actId="20577"/>
          <ac:spMkLst>
            <pc:docMk/>
            <pc:sldMk cId="2652400676" sldId="289"/>
            <ac:spMk id="6" creationId="{BD003746-5C26-FDC4-57A3-23E9B9B2C1EA}"/>
          </ac:spMkLst>
        </pc:spChg>
        <pc:picChg chg="add mod">
          <ac:chgData name="Usuário Convidado" userId="S::urn:spo:tenantanon#14cbd5a7-ec94-46ba-b314-cc0fc972a161::" providerId="AD" clId="Web-{80545250-C458-8393-070D-7402E145A6FC}" dt="2025-05-04T21:13:53.096" v="3" actId="14100"/>
          <ac:picMkLst>
            <pc:docMk/>
            <pc:sldMk cId="2652400676" sldId="289"/>
            <ac:picMk id="2" creationId="{76B73866-9A5F-3A4E-4E27-AC5802A83063}"/>
          </ac:picMkLst>
        </pc:picChg>
        <pc:picChg chg="del">
          <ac:chgData name="Usuário Convidado" userId="S::urn:spo:tenantanon#14cbd5a7-ec94-46ba-b314-cc0fc972a161::" providerId="AD" clId="Web-{80545250-C458-8393-070D-7402E145A6FC}" dt="2025-05-04T21:13:46.987" v="0"/>
          <ac:picMkLst>
            <pc:docMk/>
            <pc:sldMk cId="2652400676" sldId="289"/>
            <ac:picMk id="5" creationId="{0F7F42E3-47DB-E22A-FCDA-0FD8F19FD3CF}"/>
          </ac:picMkLst>
        </pc:picChg>
      </pc:sldChg>
    </pc:docChg>
  </pc:docChgLst>
  <pc:docChgLst>
    <pc:chgData name="Nataniel Geraldo Mendes Peixoto" userId="S::838949@sga.pucminas.br::b2da7392-f86c-4fd9-89f1-a7c997f79bfd" providerId="AD" clId="Web-{2C511D03-5371-9331-5A49-13BEB1825294}"/>
    <pc:docChg chg="addSld delSld modSld sldOrd">
      <pc:chgData name="Nataniel Geraldo Mendes Peixoto" userId="S::838949@sga.pucminas.br::b2da7392-f86c-4fd9-89f1-a7c997f79bfd" providerId="AD" clId="Web-{2C511D03-5371-9331-5A49-13BEB1825294}" dt="2025-06-22T15:12:13.805" v="251" actId="20577"/>
      <pc:docMkLst>
        <pc:docMk/>
      </pc:docMkLst>
      <pc:sldChg chg="modSp ord">
        <pc:chgData name="Nataniel Geraldo Mendes Peixoto" userId="S::838949@sga.pucminas.br::b2da7392-f86c-4fd9-89f1-a7c997f79bfd" providerId="AD" clId="Web-{2C511D03-5371-9331-5A49-13BEB1825294}" dt="2025-06-22T15:09:13.448" v="221"/>
        <pc:sldMkLst>
          <pc:docMk/>
          <pc:sldMk cId="487046690" sldId="263"/>
        </pc:sldMkLst>
        <pc:spChg chg="mod">
          <ac:chgData name="Nataniel Geraldo Mendes Peixoto" userId="S::838949@sga.pucminas.br::b2da7392-f86c-4fd9-89f1-a7c997f79bfd" providerId="AD" clId="Web-{2C511D03-5371-9331-5A49-13BEB1825294}" dt="2025-06-22T14:59:54.704" v="113" actId="20577"/>
          <ac:spMkLst>
            <pc:docMk/>
            <pc:sldMk cId="487046690" sldId="263"/>
            <ac:spMk id="25" creationId="{E416EA99-6B3A-9246-F553-7A77CD476975}"/>
          </ac:spMkLst>
        </pc:spChg>
        <pc:spChg chg="mod">
          <ac:chgData name="Nataniel Geraldo Mendes Peixoto" userId="S::838949@sga.pucminas.br::b2da7392-f86c-4fd9-89f1-a7c997f79bfd" providerId="AD" clId="Web-{2C511D03-5371-9331-5A49-13BEB1825294}" dt="2025-06-22T15:00:15.003" v="116" actId="20577"/>
          <ac:spMkLst>
            <pc:docMk/>
            <pc:sldMk cId="487046690" sldId="263"/>
            <ac:spMk id="67" creationId="{CE928A18-FCDD-B6F6-8957-D1BA49FFA542}"/>
          </ac:spMkLst>
        </pc:spChg>
      </pc:sldChg>
      <pc:sldChg chg="ord">
        <pc:chgData name="Nataniel Geraldo Mendes Peixoto" userId="S::838949@sga.pucminas.br::b2da7392-f86c-4fd9-89f1-a7c997f79bfd" providerId="AD" clId="Web-{2C511D03-5371-9331-5A49-13BEB1825294}" dt="2025-06-22T15:09:02.728" v="219"/>
        <pc:sldMkLst>
          <pc:docMk/>
          <pc:sldMk cId="3402964925" sldId="266"/>
        </pc:sldMkLst>
      </pc:sldChg>
      <pc:sldChg chg="del">
        <pc:chgData name="Nataniel Geraldo Mendes Peixoto" userId="S::838949@sga.pucminas.br::b2da7392-f86c-4fd9-89f1-a7c997f79bfd" providerId="AD" clId="Web-{2C511D03-5371-9331-5A49-13BEB1825294}" dt="2025-06-22T15:07:24.862" v="206"/>
        <pc:sldMkLst>
          <pc:docMk/>
          <pc:sldMk cId="3894047674" sldId="268"/>
        </pc:sldMkLst>
      </pc:sldChg>
      <pc:sldChg chg="addSp delSp modSp ord">
        <pc:chgData name="Nataniel Geraldo Mendes Peixoto" userId="S::838949@sga.pucminas.br::b2da7392-f86c-4fd9-89f1-a7c997f79bfd" providerId="AD" clId="Web-{2C511D03-5371-9331-5A49-13BEB1825294}" dt="2025-06-22T15:03:54.675" v="165"/>
        <pc:sldMkLst>
          <pc:docMk/>
          <pc:sldMk cId="1231823350" sldId="279"/>
        </pc:sldMkLst>
        <pc:spChg chg="add del mod">
          <ac:chgData name="Nataniel Geraldo Mendes Peixoto" userId="S::838949@sga.pucminas.br::b2da7392-f86c-4fd9-89f1-a7c997f79bfd" providerId="AD" clId="Web-{2C511D03-5371-9331-5A49-13BEB1825294}" dt="2025-06-22T15:02:10.167" v="135"/>
          <ac:spMkLst>
            <pc:docMk/>
            <pc:sldMk cId="1231823350" sldId="279"/>
            <ac:spMk id="3" creationId="{2A5874ED-41ED-12E2-6F3C-BF2ADDCF900E}"/>
          </ac:spMkLst>
        </pc:spChg>
        <pc:picChg chg="add mod ord">
          <ac:chgData name="Nataniel Geraldo Mendes Peixoto" userId="S::838949@sga.pucminas.br::b2da7392-f86c-4fd9-89f1-a7c997f79bfd" providerId="AD" clId="Web-{2C511D03-5371-9331-5A49-13BEB1825294}" dt="2025-06-22T15:02:21.887" v="138" actId="1076"/>
          <ac:picMkLst>
            <pc:docMk/>
            <pc:sldMk cId="1231823350" sldId="279"/>
            <ac:picMk id="4" creationId="{9975F394-986D-7892-CD9D-CED99777B7B2}"/>
          </ac:picMkLst>
        </pc:picChg>
        <pc:picChg chg="del">
          <ac:chgData name="Nataniel Geraldo Mendes Peixoto" userId="S::838949@sga.pucminas.br::b2da7392-f86c-4fd9-89f1-a7c997f79bfd" providerId="AD" clId="Web-{2C511D03-5371-9331-5A49-13BEB1825294}" dt="2025-06-22T15:02:09.042" v="134"/>
          <ac:picMkLst>
            <pc:docMk/>
            <pc:sldMk cId="1231823350" sldId="279"/>
            <ac:picMk id="17" creationId="{103FEAAD-7299-F17B-2A4B-FEDB9A1FAF31}"/>
          </ac:picMkLst>
        </pc:picChg>
      </pc:sldChg>
      <pc:sldChg chg="del">
        <pc:chgData name="Nataniel Geraldo Mendes Peixoto" userId="S::838949@sga.pucminas.br::b2da7392-f86c-4fd9-89f1-a7c997f79bfd" providerId="AD" clId="Web-{2C511D03-5371-9331-5A49-13BEB1825294}" dt="2025-06-22T15:07:31.722" v="207"/>
        <pc:sldMkLst>
          <pc:docMk/>
          <pc:sldMk cId="3361300983" sldId="297"/>
        </pc:sldMkLst>
      </pc:sldChg>
      <pc:sldChg chg="del ord">
        <pc:chgData name="Nataniel Geraldo Mendes Peixoto" userId="S::838949@sga.pucminas.br::b2da7392-f86c-4fd9-89f1-a7c997f79bfd" providerId="AD" clId="Web-{2C511D03-5371-9331-5A49-13BEB1825294}" dt="2025-06-22T15:08:46.352" v="217"/>
        <pc:sldMkLst>
          <pc:docMk/>
          <pc:sldMk cId="2032450583" sldId="310"/>
        </pc:sldMkLst>
      </pc:sldChg>
      <pc:sldChg chg="ord">
        <pc:chgData name="Nataniel Geraldo Mendes Peixoto" userId="S::838949@sga.pucminas.br::b2da7392-f86c-4fd9-89f1-a7c997f79bfd" providerId="AD" clId="Web-{2C511D03-5371-9331-5A49-13BEB1825294}" dt="2025-06-22T15:04:35.865" v="170"/>
        <pc:sldMkLst>
          <pc:docMk/>
          <pc:sldMk cId="2903880357" sldId="311"/>
        </pc:sldMkLst>
      </pc:sldChg>
      <pc:sldChg chg="addSp delSp modSp ord">
        <pc:chgData name="Nataniel Geraldo Mendes Peixoto" userId="S::838949@sga.pucminas.br::b2da7392-f86c-4fd9-89f1-a7c997f79bfd" providerId="AD" clId="Web-{2C511D03-5371-9331-5A49-13BEB1825294}" dt="2025-06-22T15:10:16.249" v="229"/>
        <pc:sldMkLst>
          <pc:docMk/>
          <pc:sldMk cId="794129926" sldId="321"/>
        </pc:sldMkLst>
        <pc:spChg chg="mod">
          <ac:chgData name="Nataniel Geraldo Mendes Peixoto" userId="S::838949@sga.pucminas.br::b2da7392-f86c-4fd9-89f1-a7c997f79bfd" providerId="AD" clId="Web-{2C511D03-5371-9331-5A49-13BEB1825294}" dt="2025-06-22T15:06:10.044" v="176" actId="20577"/>
          <ac:spMkLst>
            <pc:docMk/>
            <pc:sldMk cId="794129926" sldId="321"/>
            <ac:spMk id="3" creationId="{3C619508-8EAB-B70C-B195-01C17BEA06B6}"/>
          </ac:spMkLst>
        </pc:spChg>
        <pc:spChg chg="mod">
          <ac:chgData name="Nataniel Geraldo Mendes Peixoto" userId="S::838949@sga.pucminas.br::b2da7392-f86c-4fd9-89f1-a7c997f79bfd" providerId="AD" clId="Web-{2C511D03-5371-9331-5A49-13BEB1825294}" dt="2025-06-22T15:06:20.857" v="177" actId="20577"/>
          <ac:spMkLst>
            <pc:docMk/>
            <pc:sldMk cId="794129926" sldId="321"/>
            <ac:spMk id="204" creationId="{18DD987A-8DF1-F7E6-B192-A344E6C6C83C}"/>
          </ac:spMkLst>
        </pc:spChg>
        <pc:spChg chg="add mod">
          <ac:chgData name="Nataniel Geraldo Mendes Peixoto" userId="S::838949@sga.pucminas.br::b2da7392-f86c-4fd9-89f1-a7c997f79bfd" providerId="AD" clId="Web-{2C511D03-5371-9331-5A49-13BEB1825294}" dt="2025-06-22T15:07:22.190" v="205" actId="20577"/>
          <ac:spMkLst>
            <pc:docMk/>
            <pc:sldMk cId="794129926" sldId="321"/>
            <ac:spMk id="230" creationId="{729D4F39-E359-4696-6600-FB9F39341DFE}"/>
          </ac:spMkLst>
        </pc:spChg>
        <pc:graphicFrameChg chg="modGraphic">
          <ac:chgData name="Nataniel Geraldo Mendes Peixoto" userId="S::838949@sga.pucminas.br::b2da7392-f86c-4fd9-89f1-a7c997f79bfd" providerId="AD" clId="Web-{2C511D03-5371-9331-5A49-13BEB1825294}" dt="2025-06-22T15:06:00.262" v="174" actId="20577"/>
          <ac:graphicFrameMkLst>
            <pc:docMk/>
            <pc:sldMk cId="794129926" sldId="321"/>
            <ac:graphicFrameMk id="244" creationId="{CC72B117-52FA-0071-42C2-8308B2EB58A6}"/>
          </ac:graphicFrameMkLst>
        </pc:graphicFrameChg>
        <pc:picChg chg="add del mod">
          <ac:chgData name="Nataniel Geraldo Mendes Peixoto" userId="S::838949@sga.pucminas.br::b2da7392-f86c-4fd9-89f1-a7c997f79bfd" providerId="AD" clId="Web-{2C511D03-5371-9331-5A49-13BEB1825294}" dt="2025-06-22T15:06:42.046" v="179"/>
          <ac:picMkLst>
            <pc:docMk/>
            <pc:sldMk cId="794129926" sldId="321"/>
            <ac:picMk id="205" creationId="{84990E15-9D0F-340F-FC17-93922510E984}"/>
          </ac:picMkLst>
        </pc:picChg>
      </pc:sldChg>
      <pc:sldChg chg="del">
        <pc:chgData name="Nataniel Geraldo Mendes Peixoto" userId="S::838949@sga.pucminas.br::b2da7392-f86c-4fd9-89f1-a7c997f79bfd" providerId="AD" clId="Web-{2C511D03-5371-9331-5A49-13BEB1825294}" dt="2025-06-22T15:04:18.005" v="167"/>
        <pc:sldMkLst>
          <pc:docMk/>
          <pc:sldMk cId="3310138077" sldId="323"/>
        </pc:sldMkLst>
      </pc:sldChg>
      <pc:sldChg chg="del">
        <pc:chgData name="Nataniel Geraldo Mendes Peixoto" userId="S::838949@sga.pucminas.br::b2da7392-f86c-4fd9-89f1-a7c997f79bfd" providerId="AD" clId="Web-{2C511D03-5371-9331-5A49-13BEB1825294}" dt="2025-06-22T15:04:15.848" v="166"/>
        <pc:sldMkLst>
          <pc:docMk/>
          <pc:sldMk cId="4187888646" sldId="324"/>
        </pc:sldMkLst>
      </pc:sldChg>
      <pc:sldChg chg="ord">
        <pc:chgData name="Nataniel Geraldo Mendes Peixoto" userId="S::838949@sga.pucminas.br::b2da7392-f86c-4fd9-89f1-a7c997f79bfd" providerId="AD" clId="Web-{2C511D03-5371-9331-5A49-13BEB1825294}" dt="2025-06-22T15:03:54.675" v="164"/>
        <pc:sldMkLst>
          <pc:docMk/>
          <pc:sldMk cId="940414993" sldId="326"/>
        </pc:sldMkLst>
      </pc:sldChg>
      <pc:sldChg chg="modSp ord">
        <pc:chgData name="Nataniel Geraldo Mendes Peixoto" userId="S::838949@sga.pucminas.br::b2da7392-f86c-4fd9-89f1-a7c997f79bfd" providerId="AD" clId="Web-{2C511D03-5371-9331-5A49-13BEB1825294}" dt="2025-06-22T15:10:44.736" v="233"/>
        <pc:sldMkLst>
          <pc:docMk/>
          <pc:sldMk cId="2937231913" sldId="327"/>
        </pc:sldMkLst>
        <pc:spChg chg="mod">
          <ac:chgData name="Nataniel Geraldo Mendes Peixoto" userId="S::838949@sga.pucminas.br::b2da7392-f86c-4fd9-89f1-a7c997f79bfd" providerId="AD" clId="Web-{2C511D03-5371-9331-5A49-13BEB1825294}" dt="2025-06-22T14:41:20.915" v="59" actId="20577"/>
          <ac:spMkLst>
            <pc:docMk/>
            <pc:sldMk cId="2937231913" sldId="327"/>
            <ac:spMk id="4" creationId="{CD423DCB-2131-CE31-B47E-22EF86C508BC}"/>
          </ac:spMkLst>
        </pc:spChg>
      </pc:sldChg>
      <pc:sldChg chg="modSp ord">
        <pc:chgData name="Nataniel Geraldo Mendes Peixoto" userId="S::838949@sga.pucminas.br::b2da7392-f86c-4fd9-89f1-a7c997f79bfd" providerId="AD" clId="Web-{2C511D03-5371-9331-5A49-13BEB1825294}" dt="2025-06-22T15:10:44.736" v="232"/>
        <pc:sldMkLst>
          <pc:docMk/>
          <pc:sldMk cId="4001907078" sldId="329"/>
        </pc:sldMkLst>
        <pc:spChg chg="mod">
          <ac:chgData name="Nataniel Geraldo Mendes Peixoto" userId="S::838949@sga.pucminas.br::b2da7392-f86c-4fd9-89f1-a7c997f79bfd" providerId="AD" clId="Web-{2C511D03-5371-9331-5A49-13BEB1825294}" dt="2025-06-22T14:46:29.536" v="64" actId="20577"/>
          <ac:spMkLst>
            <pc:docMk/>
            <pc:sldMk cId="4001907078" sldId="329"/>
            <ac:spMk id="4" creationId="{20058967-2172-3B54-79E6-9550E12534C1}"/>
          </ac:spMkLst>
        </pc:spChg>
      </pc:sldChg>
      <pc:sldChg chg="modSp ord">
        <pc:chgData name="Nataniel Geraldo Mendes Peixoto" userId="S::838949@sga.pucminas.br::b2da7392-f86c-4fd9-89f1-a7c997f79bfd" providerId="AD" clId="Web-{2C511D03-5371-9331-5A49-13BEB1825294}" dt="2025-06-22T15:10:44.736" v="231"/>
        <pc:sldMkLst>
          <pc:docMk/>
          <pc:sldMk cId="795654815" sldId="330"/>
        </pc:sldMkLst>
        <pc:spChg chg="mod">
          <ac:chgData name="Nataniel Geraldo Mendes Peixoto" userId="S::838949@sga.pucminas.br::b2da7392-f86c-4fd9-89f1-a7c997f79bfd" providerId="AD" clId="Web-{2C511D03-5371-9331-5A49-13BEB1825294}" dt="2025-06-22T14:48:21.123" v="67" actId="20577"/>
          <ac:spMkLst>
            <pc:docMk/>
            <pc:sldMk cId="795654815" sldId="330"/>
            <ac:spMk id="4" creationId="{E62B4C29-2D5A-5D8F-459E-07F72D6FD73C}"/>
          </ac:spMkLst>
        </pc:spChg>
      </pc:sldChg>
      <pc:sldChg chg="addSp modSp">
        <pc:chgData name="Nataniel Geraldo Mendes Peixoto" userId="S::838949@sga.pucminas.br::b2da7392-f86c-4fd9-89f1-a7c997f79bfd" providerId="AD" clId="Web-{2C511D03-5371-9331-5A49-13BEB1825294}" dt="2025-06-22T14:56:41.737" v="93"/>
        <pc:sldMkLst>
          <pc:docMk/>
          <pc:sldMk cId="1806241483" sldId="331"/>
        </pc:sldMkLst>
        <pc:spChg chg="add mod">
          <ac:chgData name="Nataniel Geraldo Mendes Peixoto" userId="S::838949@sga.pucminas.br::b2da7392-f86c-4fd9-89f1-a7c997f79bfd" providerId="AD" clId="Web-{2C511D03-5371-9331-5A49-13BEB1825294}" dt="2025-06-22T14:56:41.737" v="93"/>
          <ac:spMkLst>
            <pc:docMk/>
            <pc:sldMk cId="1806241483" sldId="331"/>
            <ac:spMk id="5" creationId="{21F5A517-B68E-EF00-BB72-B75C112093A0}"/>
          </ac:spMkLst>
        </pc:spChg>
      </pc:sldChg>
      <pc:sldChg chg="addSp delSp modSp">
        <pc:chgData name="Nataniel Geraldo Mendes Peixoto" userId="S::838949@sga.pucminas.br::b2da7392-f86c-4fd9-89f1-a7c997f79bfd" providerId="AD" clId="Web-{2C511D03-5371-9331-5A49-13BEB1825294}" dt="2025-06-22T14:56:07.328" v="92" actId="14100"/>
        <pc:sldMkLst>
          <pc:docMk/>
          <pc:sldMk cId="3650573770" sldId="332"/>
        </pc:sldMkLst>
        <pc:spChg chg="mod">
          <ac:chgData name="Nataniel Geraldo Mendes Peixoto" userId="S::838949@sga.pucminas.br::b2da7392-f86c-4fd9-89f1-a7c997f79bfd" providerId="AD" clId="Web-{2C511D03-5371-9331-5A49-13BEB1825294}" dt="2025-06-22T14:55:34.435" v="87" actId="20577"/>
          <ac:spMkLst>
            <pc:docMk/>
            <pc:sldMk cId="3650573770" sldId="332"/>
            <ac:spMk id="3" creationId="{869D5A42-9579-5A57-30CC-FB42B2FFEEA6}"/>
          </ac:spMkLst>
        </pc:spChg>
        <pc:spChg chg="add mod">
          <ac:chgData name="Nataniel Geraldo Mendes Peixoto" userId="S::838949@sga.pucminas.br::b2da7392-f86c-4fd9-89f1-a7c997f79bfd" providerId="AD" clId="Web-{2C511D03-5371-9331-5A49-13BEB1825294}" dt="2025-06-22T14:56:07.328" v="92" actId="14100"/>
          <ac:spMkLst>
            <pc:docMk/>
            <pc:sldMk cId="3650573770" sldId="332"/>
            <ac:spMk id="8" creationId="{26195160-FF97-D788-C9FE-852E4F2526B8}"/>
          </ac:spMkLst>
        </pc:spChg>
        <pc:picChg chg="add del mod">
          <ac:chgData name="Nataniel Geraldo Mendes Peixoto" userId="S::838949@sga.pucminas.br::b2da7392-f86c-4fd9-89f1-a7c997f79bfd" providerId="AD" clId="Web-{2C511D03-5371-9331-5A49-13BEB1825294}" dt="2025-06-22T14:54:30.587" v="80"/>
          <ac:picMkLst>
            <pc:docMk/>
            <pc:sldMk cId="3650573770" sldId="332"/>
            <ac:picMk id="4" creationId="{F8B50377-A34F-6035-B65E-0D0D705177C8}"/>
          </ac:picMkLst>
        </pc:picChg>
        <pc:picChg chg="del">
          <ac:chgData name="Nataniel Geraldo Mendes Peixoto" userId="S::838949@sga.pucminas.br::b2da7392-f86c-4fd9-89f1-a7c997f79bfd" providerId="AD" clId="Web-{2C511D03-5371-9331-5A49-13BEB1825294}" dt="2025-06-22T14:54:15.570" v="75"/>
          <ac:picMkLst>
            <pc:docMk/>
            <pc:sldMk cId="3650573770" sldId="332"/>
            <ac:picMk id="5" creationId="{C24BEF77-6C6A-7604-2614-EFDD01E65213}"/>
          </ac:picMkLst>
        </pc:picChg>
        <pc:picChg chg="add mod">
          <ac:chgData name="Nataniel Geraldo Mendes Peixoto" userId="S::838949@sga.pucminas.br::b2da7392-f86c-4fd9-89f1-a7c997f79bfd" providerId="AD" clId="Web-{2C511D03-5371-9331-5A49-13BEB1825294}" dt="2025-06-22T14:55:18.606" v="85" actId="1076"/>
          <ac:picMkLst>
            <pc:docMk/>
            <pc:sldMk cId="3650573770" sldId="332"/>
            <ac:picMk id="6" creationId="{945FE8F2-B43D-00F2-7FF7-E270D1B7DBF1}"/>
          </ac:picMkLst>
        </pc:picChg>
      </pc:sldChg>
      <pc:sldChg chg="addSp delSp modSp">
        <pc:chgData name="Nataniel Geraldo Mendes Peixoto" userId="S::838949@sga.pucminas.br::b2da7392-f86c-4fd9-89f1-a7c997f79bfd" providerId="AD" clId="Web-{2C511D03-5371-9331-5A49-13BEB1825294}" dt="2025-06-22T14:58:32.995" v="112" actId="1076"/>
        <pc:sldMkLst>
          <pc:docMk/>
          <pc:sldMk cId="1075425375" sldId="333"/>
        </pc:sldMkLst>
        <pc:spChg chg="add mod">
          <ac:chgData name="Nataniel Geraldo Mendes Peixoto" userId="S::838949@sga.pucminas.br::b2da7392-f86c-4fd9-89f1-a7c997f79bfd" providerId="AD" clId="Web-{2C511D03-5371-9331-5A49-13BEB1825294}" dt="2025-06-22T14:58:32.995" v="112" actId="1076"/>
          <ac:spMkLst>
            <pc:docMk/>
            <pc:sldMk cId="1075425375" sldId="333"/>
            <ac:spMk id="6" creationId="{12DB84B8-2520-1B8A-04A5-BBE5B55EC9E8}"/>
          </ac:spMkLst>
        </pc:spChg>
        <pc:spChg chg="add mod">
          <ac:chgData name="Nataniel Geraldo Mendes Peixoto" userId="S::838949@sga.pucminas.br::b2da7392-f86c-4fd9-89f1-a7c997f79bfd" providerId="AD" clId="Web-{2C511D03-5371-9331-5A49-13BEB1825294}" dt="2025-06-22T14:58:29.901" v="111" actId="1076"/>
          <ac:spMkLst>
            <pc:docMk/>
            <pc:sldMk cId="1075425375" sldId="333"/>
            <ac:spMk id="7" creationId="{C3B5A781-BF02-19DE-B189-F40E056ED77A}"/>
          </ac:spMkLst>
        </pc:spChg>
        <pc:picChg chg="del mod">
          <ac:chgData name="Nataniel Geraldo Mendes Peixoto" userId="S::838949@sga.pucminas.br::b2da7392-f86c-4fd9-89f1-a7c997f79bfd" providerId="AD" clId="Web-{2C511D03-5371-9331-5A49-13BEB1825294}" dt="2025-06-22T14:57:52.117" v="104"/>
          <ac:picMkLst>
            <pc:docMk/>
            <pc:sldMk cId="1075425375" sldId="333"/>
            <ac:picMk id="4" creationId="{BE41DBB7-455F-36F4-65C8-310EDD3B0293}"/>
          </ac:picMkLst>
        </pc:picChg>
        <pc:picChg chg="add mod ord">
          <ac:chgData name="Nataniel Geraldo Mendes Peixoto" userId="S::838949@sga.pucminas.br::b2da7392-f86c-4fd9-89f1-a7c997f79bfd" providerId="AD" clId="Web-{2C511D03-5371-9331-5A49-13BEB1825294}" dt="2025-06-22T14:58:25.792" v="109" actId="1076"/>
          <ac:picMkLst>
            <pc:docMk/>
            <pc:sldMk cId="1075425375" sldId="333"/>
            <ac:picMk id="8" creationId="{4CBD59A1-3E0F-516B-B109-06150A69295C}"/>
          </ac:picMkLst>
        </pc:picChg>
      </pc:sldChg>
      <pc:sldChg chg="modSp add ord replId">
        <pc:chgData name="Nataniel Geraldo Mendes Peixoto" userId="S::838949@sga.pucminas.br::b2da7392-f86c-4fd9-89f1-a7c997f79bfd" providerId="AD" clId="Web-{2C511D03-5371-9331-5A49-13BEB1825294}" dt="2025-06-22T15:10:44.720" v="230"/>
        <pc:sldMkLst>
          <pc:docMk/>
          <pc:sldMk cId="999673010" sldId="334"/>
        </pc:sldMkLst>
        <pc:spChg chg="mod">
          <ac:chgData name="Nataniel Geraldo Mendes Peixoto" userId="S::838949@sga.pucminas.br::b2da7392-f86c-4fd9-89f1-a7c997f79bfd" providerId="AD" clId="Web-{2C511D03-5371-9331-5A49-13BEB1825294}" dt="2025-06-22T15:01:11.210" v="133" actId="20577"/>
          <ac:spMkLst>
            <pc:docMk/>
            <pc:sldMk cId="999673010" sldId="334"/>
            <ac:spMk id="4" creationId="{0A98BE94-93FD-BC22-F4BF-B51040292196}"/>
          </ac:spMkLst>
        </pc:spChg>
        <pc:spChg chg="mod">
          <ac:chgData name="Nataniel Geraldo Mendes Peixoto" userId="S::838949@sga.pucminas.br::b2da7392-f86c-4fd9-89f1-a7c997f79bfd" providerId="AD" clId="Web-{2C511D03-5371-9331-5A49-13BEB1825294}" dt="2025-06-22T15:00:59.318" v="125" actId="20577"/>
          <ac:spMkLst>
            <pc:docMk/>
            <pc:sldMk cId="999673010" sldId="334"/>
            <ac:spMk id="13" creationId="{AB920A42-C80E-A975-5C55-A8FEEC2D4451}"/>
          </ac:spMkLst>
        </pc:spChg>
      </pc:sldChg>
      <pc:sldChg chg="delSp modSp add replId">
        <pc:chgData name="Nataniel Geraldo Mendes Peixoto" userId="S::838949@sga.pucminas.br::b2da7392-f86c-4fd9-89f1-a7c997f79bfd" providerId="AD" clId="Web-{2C511D03-5371-9331-5A49-13BEB1825294}" dt="2025-06-22T15:08:05.474" v="215" actId="20577"/>
        <pc:sldMkLst>
          <pc:docMk/>
          <pc:sldMk cId="3255919480" sldId="335"/>
        </pc:sldMkLst>
        <pc:spChg chg="mod">
          <ac:chgData name="Nataniel Geraldo Mendes Peixoto" userId="S::838949@sga.pucminas.br::b2da7392-f86c-4fd9-89f1-a7c997f79bfd" providerId="AD" clId="Web-{2C511D03-5371-9331-5A49-13BEB1825294}" dt="2025-06-22T15:07:52.255" v="213" actId="20577"/>
          <ac:spMkLst>
            <pc:docMk/>
            <pc:sldMk cId="3255919480" sldId="335"/>
            <ac:spMk id="2" creationId="{9AC08D41-EE6C-B1C9-2FF0-33618EBF1558}"/>
          </ac:spMkLst>
        </pc:spChg>
        <pc:spChg chg="mod">
          <ac:chgData name="Nataniel Geraldo Mendes Peixoto" userId="S::838949@sga.pucminas.br::b2da7392-f86c-4fd9-89f1-a7c997f79bfd" providerId="AD" clId="Web-{2C511D03-5371-9331-5A49-13BEB1825294}" dt="2025-06-22T15:08:05.474" v="215" actId="20577"/>
          <ac:spMkLst>
            <pc:docMk/>
            <pc:sldMk cId="3255919480" sldId="335"/>
            <ac:spMk id="3" creationId="{EC5EE76A-E30A-D768-C993-AF240F8E8F25}"/>
          </ac:spMkLst>
        </pc:spChg>
        <pc:spChg chg="del">
          <ac:chgData name="Nataniel Geraldo Mendes Peixoto" userId="S::838949@sga.pucminas.br::b2da7392-f86c-4fd9-89f1-a7c997f79bfd" providerId="AD" clId="Web-{2C511D03-5371-9331-5A49-13BEB1825294}" dt="2025-06-22T15:07:38.722" v="209"/>
          <ac:spMkLst>
            <pc:docMk/>
            <pc:sldMk cId="3255919480" sldId="335"/>
            <ac:spMk id="6" creationId="{39F4BD9B-E785-EAA7-3EEA-EB92F43D1387}"/>
          </ac:spMkLst>
        </pc:spChg>
        <pc:spChg chg="del">
          <ac:chgData name="Nataniel Geraldo Mendes Peixoto" userId="S::838949@sga.pucminas.br::b2da7392-f86c-4fd9-89f1-a7c997f79bfd" providerId="AD" clId="Web-{2C511D03-5371-9331-5A49-13BEB1825294}" dt="2025-06-22T15:07:40.910" v="211"/>
          <ac:spMkLst>
            <pc:docMk/>
            <pc:sldMk cId="3255919480" sldId="335"/>
            <ac:spMk id="7" creationId="{C63D04B1-F7AB-83F1-4F6A-F651EBD76DAC}"/>
          </ac:spMkLst>
        </pc:spChg>
        <pc:picChg chg="del">
          <ac:chgData name="Nataniel Geraldo Mendes Peixoto" userId="S::838949@sga.pucminas.br::b2da7392-f86c-4fd9-89f1-a7c997f79bfd" providerId="AD" clId="Web-{2C511D03-5371-9331-5A49-13BEB1825294}" dt="2025-06-22T15:07:39.426" v="210"/>
          <ac:picMkLst>
            <pc:docMk/>
            <pc:sldMk cId="3255919480" sldId="335"/>
            <ac:picMk id="8" creationId="{834D213D-8087-D42F-B1A8-0898C671995B}"/>
          </ac:picMkLst>
        </pc:picChg>
      </pc:sldChg>
      <pc:sldChg chg="addSp delSp modSp add replId">
        <pc:chgData name="Nataniel Geraldo Mendes Peixoto" userId="S::838949@sga.pucminas.br::b2da7392-f86c-4fd9-89f1-a7c997f79bfd" providerId="AD" clId="Web-{2C511D03-5371-9331-5A49-13BEB1825294}" dt="2025-06-22T15:11:49.647" v="241" actId="20577"/>
        <pc:sldMkLst>
          <pc:docMk/>
          <pc:sldMk cId="690110538" sldId="336"/>
        </pc:sldMkLst>
        <pc:spChg chg="mod">
          <ac:chgData name="Nataniel Geraldo Mendes Peixoto" userId="S::838949@sga.pucminas.br::b2da7392-f86c-4fd9-89f1-a7c997f79bfd" providerId="AD" clId="Web-{2C511D03-5371-9331-5A49-13BEB1825294}" dt="2025-06-22T15:11:49.647" v="241" actId="20577"/>
          <ac:spMkLst>
            <pc:docMk/>
            <pc:sldMk cId="690110538" sldId="336"/>
            <ac:spMk id="2" creationId="{F2F03BBE-CC36-0BF5-D7D7-D0E245A6AB72}"/>
          </ac:spMkLst>
        </pc:spChg>
        <pc:spChg chg="del mod">
          <ac:chgData name="Nataniel Geraldo Mendes Peixoto" userId="S::838949@sga.pucminas.br::b2da7392-f86c-4fd9-89f1-a7c997f79bfd" providerId="AD" clId="Web-{2C511D03-5371-9331-5A49-13BEB1825294}" dt="2025-06-22T15:11:45.959" v="236"/>
          <ac:spMkLst>
            <pc:docMk/>
            <pc:sldMk cId="690110538" sldId="336"/>
            <ac:spMk id="3" creationId="{F3E7AC1A-913B-E7B3-2586-63F7FBF4634F}"/>
          </ac:spMkLst>
        </pc:spChg>
        <pc:spChg chg="add mod">
          <ac:chgData name="Nataniel Geraldo Mendes Peixoto" userId="S::838949@sga.pucminas.br::b2da7392-f86c-4fd9-89f1-a7c997f79bfd" providerId="AD" clId="Web-{2C511D03-5371-9331-5A49-13BEB1825294}" dt="2025-06-22T15:11:45.959" v="236"/>
          <ac:spMkLst>
            <pc:docMk/>
            <pc:sldMk cId="690110538" sldId="336"/>
            <ac:spMk id="5" creationId="{C45A1435-0E33-CD4D-713D-14ACF2288C4B}"/>
          </ac:spMkLst>
        </pc:spChg>
      </pc:sldChg>
      <pc:sldChg chg="modSp add replId">
        <pc:chgData name="Nataniel Geraldo Mendes Peixoto" userId="S::838949@sga.pucminas.br::b2da7392-f86c-4fd9-89f1-a7c997f79bfd" providerId="AD" clId="Web-{2C511D03-5371-9331-5A49-13BEB1825294}" dt="2025-06-22T15:12:13.805" v="251" actId="20577"/>
        <pc:sldMkLst>
          <pc:docMk/>
          <pc:sldMk cId="3220201705" sldId="337"/>
        </pc:sldMkLst>
        <pc:spChg chg="mod">
          <ac:chgData name="Nataniel Geraldo Mendes Peixoto" userId="S::838949@sga.pucminas.br::b2da7392-f86c-4fd9-89f1-a7c997f79bfd" providerId="AD" clId="Web-{2C511D03-5371-9331-5A49-13BEB1825294}" dt="2025-06-22T15:12:13.805" v="251" actId="20577"/>
          <ac:spMkLst>
            <pc:docMk/>
            <pc:sldMk cId="3220201705" sldId="337"/>
            <ac:spMk id="2" creationId="{7895E8E9-0D07-B84C-D2B4-C6276A9B8476}"/>
          </ac:spMkLst>
        </pc:spChg>
      </pc:sldChg>
    </pc:docChg>
  </pc:docChgLst>
  <pc:docChgLst>
    <pc:chgData name="Usuário Convidado" userId="S::urn:spo:tenantanon#14cbd5a7-ec94-46ba-b314-cc0fc972a161::" providerId="AD" clId="Web-{675F56B1-0D36-D6B7-A9D5-F4DCC4E4DA3F}"/>
    <pc:docChg chg="addSld modSld sldOrd">
      <pc:chgData name="Usuário Convidado" userId="S::urn:spo:tenantanon#14cbd5a7-ec94-46ba-b314-cc0fc972a161::" providerId="AD" clId="Web-{675F56B1-0D36-D6B7-A9D5-F4DCC4E4DA3F}" dt="2025-05-04T17:49:45.146" v="18"/>
      <pc:docMkLst>
        <pc:docMk/>
      </pc:docMkLst>
      <pc:sldChg chg="delSp">
        <pc:chgData name="Usuário Convidado" userId="S::urn:spo:tenantanon#14cbd5a7-ec94-46ba-b314-cc0fc972a161::" providerId="AD" clId="Web-{675F56B1-0D36-D6B7-A9D5-F4DCC4E4DA3F}" dt="2025-05-04T17:49:45.146" v="18"/>
        <pc:sldMkLst>
          <pc:docMk/>
          <pc:sldMk cId="1231823350" sldId="279"/>
        </pc:sldMkLst>
        <pc:spChg chg="del">
          <ac:chgData name="Usuário Convidado" userId="S::urn:spo:tenantanon#14cbd5a7-ec94-46ba-b314-cc0fc972a161::" providerId="AD" clId="Web-{675F56B1-0D36-D6B7-A9D5-F4DCC4E4DA3F}" dt="2025-05-04T17:49:45.146" v="18"/>
          <ac:spMkLst>
            <pc:docMk/>
            <pc:sldMk cId="1231823350" sldId="279"/>
            <ac:spMk id="6" creationId="{FD52734C-C692-D496-D6CA-20BBF3935E9D}"/>
          </ac:spMkLst>
        </pc:spChg>
      </pc:sldChg>
      <pc:sldChg chg="addSp delSp modSp add ord replId">
        <pc:chgData name="Usuário Convidado" userId="S::urn:spo:tenantanon#14cbd5a7-ec94-46ba-b314-cc0fc972a161::" providerId="AD" clId="Web-{675F56B1-0D36-D6B7-A9D5-F4DCC4E4DA3F}" dt="2025-05-04T17:48:42.612" v="10" actId="1076"/>
        <pc:sldMkLst>
          <pc:docMk/>
          <pc:sldMk cId="2652400676" sldId="289"/>
        </pc:sldMkLst>
        <pc:spChg chg="add del mod">
          <ac:chgData name="Usuário Convidado" userId="S::urn:spo:tenantanon#14cbd5a7-ec94-46ba-b314-cc0fc972a161::" providerId="AD" clId="Web-{675F56B1-0D36-D6B7-A9D5-F4DCC4E4DA3F}" dt="2025-05-04T17:48:12.830" v="3"/>
          <ac:spMkLst>
            <pc:docMk/>
            <pc:sldMk cId="2652400676" sldId="289"/>
            <ac:spMk id="3" creationId="{B881DB09-F8C7-E84F-2F15-9C9F14E4175C}"/>
          </ac:spMkLst>
        </pc:spChg>
        <pc:spChg chg="mod">
          <ac:chgData name="Usuário Convidado" userId="S::urn:spo:tenantanon#14cbd5a7-ec94-46ba-b314-cc0fc972a161::" providerId="AD" clId="Web-{675F56B1-0D36-D6B7-A9D5-F4DCC4E4DA3F}" dt="2025-05-04T17:48:22.440" v="5" actId="20577"/>
          <ac:spMkLst>
            <pc:docMk/>
            <pc:sldMk cId="2652400676" sldId="289"/>
            <ac:spMk id="6" creationId="{BD003746-5C26-FDC4-57A3-23E9B9B2C1EA}"/>
          </ac:spMkLst>
        </pc:spChg>
        <pc:picChg chg="del">
          <ac:chgData name="Usuário Convidado" userId="S::urn:spo:tenantanon#14cbd5a7-ec94-46ba-b314-cc0fc972a161::" providerId="AD" clId="Web-{675F56B1-0D36-D6B7-A9D5-F4DCC4E4DA3F}" dt="2025-05-04T17:48:10.033" v="2"/>
          <ac:picMkLst>
            <pc:docMk/>
            <pc:sldMk cId="2652400676" sldId="289"/>
            <ac:picMk id="4" creationId="{5BB740AF-920E-5E27-D416-8A163A2B95EF}"/>
          </ac:picMkLst>
        </pc:picChg>
        <pc:picChg chg="add mod">
          <ac:chgData name="Usuário Convidado" userId="S::urn:spo:tenantanon#14cbd5a7-ec94-46ba-b314-cc0fc972a161::" providerId="AD" clId="Web-{675F56B1-0D36-D6B7-A9D5-F4DCC4E4DA3F}" dt="2025-05-04T17:48:42.612" v="10" actId="1076"/>
          <ac:picMkLst>
            <pc:docMk/>
            <pc:sldMk cId="2652400676" sldId="289"/>
            <ac:picMk id="5" creationId="{0F7F42E3-47DB-E22A-FCDA-0FD8F19FD3CF}"/>
          </ac:picMkLst>
        </pc:picChg>
      </pc:sldChg>
      <pc:sldChg chg="addSp delSp modSp add replId">
        <pc:chgData name="Usuário Convidado" userId="S::urn:spo:tenantanon#14cbd5a7-ec94-46ba-b314-cc0fc972a161::" providerId="AD" clId="Web-{675F56B1-0D36-D6B7-A9D5-F4DCC4E4DA3F}" dt="2025-05-04T17:49:16.973" v="17" actId="1076"/>
        <pc:sldMkLst>
          <pc:docMk/>
          <pc:sldMk cId="4035642484" sldId="290"/>
        </pc:sldMkLst>
        <pc:spChg chg="mod">
          <ac:chgData name="Usuário Convidado" userId="S::urn:spo:tenantanon#14cbd5a7-ec94-46ba-b314-cc0fc972a161::" providerId="AD" clId="Web-{675F56B1-0D36-D6B7-A9D5-F4DCC4E4DA3F}" dt="2025-05-04T17:49:07.441" v="16" actId="20577"/>
          <ac:spMkLst>
            <pc:docMk/>
            <pc:sldMk cId="4035642484" sldId="290"/>
            <ac:spMk id="6" creationId="{37DC57B8-6A25-4AC6-6190-39226885A934}"/>
          </ac:spMkLst>
        </pc:spChg>
        <pc:picChg chg="add mod">
          <ac:chgData name="Usuário Convidado" userId="S::urn:spo:tenantanon#14cbd5a7-ec94-46ba-b314-cc0fc972a161::" providerId="AD" clId="Web-{675F56B1-0D36-D6B7-A9D5-F4DCC4E4DA3F}" dt="2025-05-04T17:49:16.973" v="17" actId="1076"/>
          <ac:picMkLst>
            <pc:docMk/>
            <pc:sldMk cId="4035642484" sldId="290"/>
            <ac:picMk id="2" creationId="{2D4B6943-25F4-2632-E965-8CF111553341}"/>
          </ac:picMkLst>
        </pc:picChg>
        <pc:picChg chg="del">
          <ac:chgData name="Usuário Convidado" userId="S::urn:spo:tenantanon#14cbd5a7-ec94-46ba-b314-cc0fc972a161::" providerId="AD" clId="Web-{675F56B1-0D36-D6B7-A9D5-F4DCC4E4DA3F}" dt="2025-05-04T17:48:54.660" v="12"/>
          <ac:picMkLst>
            <pc:docMk/>
            <pc:sldMk cId="4035642484" sldId="290"/>
            <ac:picMk id="5" creationId="{53F4F31E-EB59-7756-B1F8-2F40D094E6D0}"/>
          </ac:picMkLst>
        </pc:picChg>
      </pc:sldChg>
    </pc:docChg>
  </pc:docChgLst>
  <pc:docChgLst>
    <pc:chgData name="Guest User" userId="S::urn:spo:tenantanon#14cbd5a7-ec94-46ba-b314-cc0fc972a161::" providerId="AD" clId="Web-{C86A0D55-5B39-0A36-339D-1ECAC81D0D73}"/>
    <pc:docChg chg="modSld">
      <pc:chgData name="Guest User" userId="S::urn:spo:tenantanon#14cbd5a7-ec94-46ba-b314-cc0fc972a161::" providerId="AD" clId="Web-{C86A0D55-5B39-0A36-339D-1ECAC81D0D73}" dt="2025-04-28T22:59:07.073" v="1" actId="20577"/>
      <pc:docMkLst>
        <pc:docMk/>
      </pc:docMkLst>
      <pc:sldChg chg="modSp">
        <pc:chgData name="Guest User" userId="S::urn:spo:tenantanon#14cbd5a7-ec94-46ba-b314-cc0fc972a161::" providerId="AD" clId="Web-{C86A0D55-5B39-0A36-339D-1ECAC81D0D73}" dt="2025-04-28T22:59:07.073" v="1" actId="20577"/>
        <pc:sldMkLst>
          <pc:docMk/>
          <pc:sldMk cId="1901844762" sldId="282"/>
        </pc:sldMkLst>
        <pc:spChg chg="mod">
          <ac:chgData name="Guest User" userId="S::urn:spo:tenantanon#14cbd5a7-ec94-46ba-b314-cc0fc972a161::" providerId="AD" clId="Web-{C86A0D55-5B39-0A36-339D-1ECAC81D0D73}" dt="2025-04-28T22:59:07.073" v="1" actId="20577"/>
          <ac:spMkLst>
            <pc:docMk/>
            <pc:sldMk cId="1901844762" sldId="282"/>
            <ac:spMk id="3" creationId="{D78BEC7E-7D70-9196-C912-A19F4735317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45697C-5DCB-442A-992E-0EB91FBE65D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F776594A-CAA1-4A54-89EA-31328C2AD4FC}">
      <dgm:prSet/>
      <dgm:spPr/>
      <dgm:t>
        <a:bodyPr/>
        <a:lstStyle/>
        <a:p>
          <a:r>
            <a:rPr lang="pt-BR" b="1"/>
            <a:t>Avaliar o sentimento </a:t>
          </a:r>
          <a:r>
            <a:rPr lang="pt-BR" b="1">
              <a:latin typeface="Grandview Display"/>
            </a:rPr>
            <a:t>dos</a:t>
          </a:r>
          <a:r>
            <a:rPr lang="pt-BR" b="1"/>
            <a:t> </a:t>
          </a:r>
          <a:r>
            <a:rPr lang="pt-BR">
              <a:latin typeface="Grandview Display"/>
            </a:rPr>
            <a:t>jogadores</a:t>
          </a:r>
          <a:r>
            <a:rPr lang="pt-BR"/>
            <a:t> antes e após cada atualização.</a:t>
          </a:r>
        </a:p>
      </dgm:t>
    </dgm:pt>
    <dgm:pt modelId="{5CCF77EF-7828-495B-BF54-3115BD537669}" type="parTrans" cxnId="{02022D58-D867-4F03-B3B1-EAF9A378170E}">
      <dgm:prSet/>
      <dgm:spPr/>
      <dgm:t>
        <a:bodyPr/>
        <a:lstStyle/>
        <a:p>
          <a:endParaRPr lang="en-US"/>
        </a:p>
      </dgm:t>
    </dgm:pt>
    <dgm:pt modelId="{800A8C32-5330-405F-A1B5-77306C070AAC}" type="sibTrans" cxnId="{02022D58-D867-4F03-B3B1-EAF9A378170E}">
      <dgm:prSet/>
      <dgm:spPr/>
      <dgm:t>
        <a:bodyPr/>
        <a:lstStyle/>
        <a:p>
          <a:endParaRPr lang="en-US"/>
        </a:p>
      </dgm:t>
    </dgm:pt>
    <dgm:pt modelId="{10C771D0-F148-49A9-B0BC-9F25E8BAA8D1}">
      <dgm:prSet/>
      <dgm:spPr/>
      <dgm:t>
        <a:bodyPr/>
        <a:lstStyle/>
        <a:p>
          <a:r>
            <a:rPr lang="pt-BR" b="1"/>
            <a:t>Comparar a reação dos jogadores entre diferentes gêneros de jogos</a:t>
          </a:r>
          <a:endParaRPr lang="pt-BR"/>
        </a:p>
      </dgm:t>
    </dgm:pt>
    <dgm:pt modelId="{B2FCFE7B-3C5E-4436-AC6B-90C4A16E9EF0}" type="parTrans" cxnId="{2528D727-8AA6-44FE-8FED-0384D8F754DC}">
      <dgm:prSet/>
      <dgm:spPr/>
      <dgm:t>
        <a:bodyPr/>
        <a:lstStyle/>
        <a:p>
          <a:endParaRPr lang="en-US"/>
        </a:p>
      </dgm:t>
    </dgm:pt>
    <dgm:pt modelId="{0BD85090-4DAE-4662-A1E5-E3C23EABD731}" type="sibTrans" cxnId="{2528D727-8AA6-44FE-8FED-0384D8F754DC}">
      <dgm:prSet/>
      <dgm:spPr/>
      <dgm:t>
        <a:bodyPr/>
        <a:lstStyle/>
        <a:p>
          <a:endParaRPr lang="en-US"/>
        </a:p>
      </dgm:t>
    </dgm:pt>
    <dgm:pt modelId="{75C85DC5-5E32-43A5-B5CC-00683AB19DD4}">
      <dgm:prSet phldr="0"/>
      <dgm:spPr/>
      <dgm:t>
        <a:bodyPr/>
        <a:lstStyle/>
        <a:p>
          <a:r>
            <a:rPr lang="pt-BR" b="1"/>
            <a:t>Identificar padrões temáticos nas </a:t>
          </a:r>
          <a:r>
            <a:rPr lang="pt-BR" b="1">
              <a:latin typeface="Grandview Display"/>
            </a:rPr>
            <a:t>atualizações</a:t>
          </a:r>
        </a:p>
      </dgm:t>
    </dgm:pt>
    <dgm:pt modelId="{6B928FE9-4276-49F5-B9D8-D24222D789FC}" type="parTrans" cxnId="{A18558A5-1C99-41E8-BABB-E38EE2B772F2}">
      <dgm:prSet/>
      <dgm:spPr/>
    </dgm:pt>
    <dgm:pt modelId="{443F15F2-AA28-4E05-BC05-943D1F00492F}" type="sibTrans" cxnId="{A18558A5-1C99-41E8-BABB-E38EE2B772F2}">
      <dgm:prSet/>
      <dgm:spPr/>
      <dgm:t>
        <a:bodyPr/>
        <a:lstStyle/>
        <a:p>
          <a:endParaRPr lang="en-US"/>
        </a:p>
      </dgm:t>
    </dgm:pt>
    <dgm:pt modelId="{7CC0685C-5E65-44DB-9BC6-7689099033EA}">
      <dgm:prSet phldr="0"/>
      <dgm:spPr/>
      <dgm:t>
        <a:bodyPr/>
        <a:lstStyle/>
        <a:p>
          <a:r>
            <a:rPr lang="pt-BR" b="1">
              <a:latin typeface="Grandview Display"/>
            </a:rPr>
            <a:t>Investigar</a:t>
          </a:r>
          <a:r>
            <a:rPr lang="pt-BR" b="1"/>
            <a:t> a relação entre tipo de atualização e engajamento</a:t>
          </a:r>
          <a:r>
            <a:rPr lang="pt-BR"/>
            <a:t>, </a:t>
          </a:r>
        </a:p>
      </dgm:t>
    </dgm:pt>
    <dgm:pt modelId="{670665A2-DC67-4651-A2C3-D3C77A238077}" type="parTrans" cxnId="{AE11A013-CD4C-4643-A92C-607F216E127B}">
      <dgm:prSet/>
      <dgm:spPr/>
    </dgm:pt>
    <dgm:pt modelId="{76287B54-D104-44B7-92A2-8FA69974C57C}" type="sibTrans" cxnId="{AE11A013-CD4C-4643-A92C-607F216E127B}">
      <dgm:prSet/>
      <dgm:spPr/>
      <dgm:t>
        <a:bodyPr/>
        <a:lstStyle/>
        <a:p>
          <a:endParaRPr lang="en-US"/>
        </a:p>
      </dgm:t>
    </dgm:pt>
    <dgm:pt modelId="{4EBCF002-1D2E-40E8-A046-44EB94C12415}" type="pres">
      <dgm:prSet presAssocID="{1045697C-5DCB-442A-992E-0EB91FBE65DA}" presName="root" presStyleCnt="0">
        <dgm:presLayoutVars>
          <dgm:dir/>
          <dgm:resizeHandles val="exact"/>
        </dgm:presLayoutVars>
      </dgm:prSet>
      <dgm:spPr/>
    </dgm:pt>
    <dgm:pt modelId="{9619F9B9-146C-44E1-AAED-DEC445079365}" type="pres">
      <dgm:prSet presAssocID="{F776594A-CAA1-4A54-89EA-31328C2AD4FC}" presName="compNode" presStyleCnt="0"/>
      <dgm:spPr/>
    </dgm:pt>
    <dgm:pt modelId="{AA1EEE76-B3CD-4954-814E-B59B6A301BF1}" type="pres">
      <dgm:prSet presAssocID="{F776594A-CAA1-4A54-89EA-31328C2AD4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BBD04667-A26E-4394-BD4A-EF9BB2CB127A}" type="pres">
      <dgm:prSet presAssocID="{F776594A-CAA1-4A54-89EA-31328C2AD4FC}" presName="spaceRect" presStyleCnt="0"/>
      <dgm:spPr/>
    </dgm:pt>
    <dgm:pt modelId="{1F5372E0-70C1-4B3D-9B25-A0AE99F1E0AA}" type="pres">
      <dgm:prSet presAssocID="{F776594A-CAA1-4A54-89EA-31328C2AD4FC}" presName="textRect" presStyleLbl="revTx" presStyleIdx="0" presStyleCnt="4">
        <dgm:presLayoutVars>
          <dgm:chMax val="1"/>
          <dgm:chPref val="1"/>
        </dgm:presLayoutVars>
      </dgm:prSet>
      <dgm:spPr/>
    </dgm:pt>
    <dgm:pt modelId="{BB4E2749-EA50-4FC8-B326-98EEA2A698CE}" type="pres">
      <dgm:prSet presAssocID="{800A8C32-5330-405F-A1B5-77306C070AAC}" presName="sibTrans" presStyleCnt="0"/>
      <dgm:spPr/>
    </dgm:pt>
    <dgm:pt modelId="{69F9EC46-1619-427C-A50F-C5D5CC09DC70}" type="pres">
      <dgm:prSet presAssocID="{75C85DC5-5E32-43A5-B5CC-00683AB19DD4}" presName="compNode" presStyleCnt="0"/>
      <dgm:spPr/>
    </dgm:pt>
    <dgm:pt modelId="{CB71CC07-15F6-4907-BBC0-9A840B7324AF}" type="pres">
      <dgm:prSet presAssocID="{75C85DC5-5E32-43A5-B5CC-00683AB19DD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FBDFF8C-1BF6-4B68-AC99-0FE5A334146A}" type="pres">
      <dgm:prSet presAssocID="{75C85DC5-5E32-43A5-B5CC-00683AB19DD4}" presName="spaceRect" presStyleCnt="0"/>
      <dgm:spPr/>
    </dgm:pt>
    <dgm:pt modelId="{3460C92F-EF41-479A-BF8C-C7E5D777D8AC}" type="pres">
      <dgm:prSet presAssocID="{75C85DC5-5E32-43A5-B5CC-00683AB19DD4}" presName="textRect" presStyleLbl="revTx" presStyleIdx="1" presStyleCnt="4">
        <dgm:presLayoutVars>
          <dgm:chMax val="1"/>
          <dgm:chPref val="1"/>
        </dgm:presLayoutVars>
      </dgm:prSet>
      <dgm:spPr/>
    </dgm:pt>
    <dgm:pt modelId="{816F773D-1B6A-41A3-BE66-062C238DD871}" type="pres">
      <dgm:prSet presAssocID="{443F15F2-AA28-4E05-BC05-943D1F00492F}" presName="sibTrans" presStyleCnt="0"/>
      <dgm:spPr/>
    </dgm:pt>
    <dgm:pt modelId="{D23C8BCF-1A1B-42BF-9DF1-02EC098D823A}" type="pres">
      <dgm:prSet presAssocID="{7CC0685C-5E65-44DB-9BC6-7689099033EA}" presName="compNode" presStyleCnt="0"/>
      <dgm:spPr/>
    </dgm:pt>
    <dgm:pt modelId="{60CBB8C0-95BC-4506-89FC-35AB60D280E8}" type="pres">
      <dgm:prSet presAssocID="{7CC0685C-5E65-44DB-9BC6-7689099033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0634F7BA-A415-47FC-A830-1D9DB4B1D99F}" type="pres">
      <dgm:prSet presAssocID="{7CC0685C-5E65-44DB-9BC6-7689099033EA}" presName="spaceRect" presStyleCnt="0"/>
      <dgm:spPr/>
    </dgm:pt>
    <dgm:pt modelId="{043B1922-FDB7-4D8E-BA7B-1C69BDD6E788}" type="pres">
      <dgm:prSet presAssocID="{7CC0685C-5E65-44DB-9BC6-7689099033EA}" presName="textRect" presStyleLbl="revTx" presStyleIdx="2" presStyleCnt="4">
        <dgm:presLayoutVars>
          <dgm:chMax val="1"/>
          <dgm:chPref val="1"/>
        </dgm:presLayoutVars>
      </dgm:prSet>
      <dgm:spPr/>
    </dgm:pt>
    <dgm:pt modelId="{99D46667-0930-43D4-A05E-4B2D2D81329A}" type="pres">
      <dgm:prSet presAssocID="{76287B54-D104-44B7-92A2-8FA69974C57C}" presName="sibTrans" presStyleCnt="0"/>
      <dgm:spPr/>
    </dgm:pt>
    <dgm:pt modelId="{E4C6AABB-C806-4A95-967F-62EB310C372A}" type="pres">
      <dgm:prSet presAssocID="{10C771D0-F148-49A9-B0BC-9F25E8BAA8D1}" presName="compNode" presStyleCnt="0"/>
      <dgm:spPr/>
    </dgm:pt>
    <dgm:pt modelId="{02E657D4-912C-49FC-9E46-CBF7B3E1F3B7}" type="pres">
      <dgm:prSet presAssocID="{10C771D0-F148-49A9-B0BC-9F25E8BAA8D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DE4A0F24-9373-4316-B8D9-5249CE285B16}" type="pres">
      <dgm:prSet presAssocID="{10C771D0-F148-49A9-B0BC-9F25E8BAA8D1}" presName="spaceRect" presStyleCnt="0"/>
      <dgm:spPr/>
    </dgm:pt>
    <dgm:pt modelId="{7DF517F0-E21A-4606-930F-9DC5707706E0}" type="pres">
      <dgm:prSet presAssocID="{10C771D0-F148-49A9-B0BC-9F25E8BAA8D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E11A013-CD4C-4643-A92C-607F216E127B}" srcId="{1045697C-5DCB-442A-992E-0EB91FBE65DA}" destId="{7CC0685C-5E65-44DB-9BC6-7689099033EA}" srcOrd="2" destOrd="0" parTransId="{670665A2-DC67-4651-A2C3-D3C77A238077}" sibTransId="{76287B54-D104-44B7-92A2-8FA69974C57C}"/>
    <dgm:cxn modelId="{2528D727-8AA6-44FE-8FED-0384D8F754DC}" srcId="{1045697C-5DCB-442A-992E-0EB91FBE65DA}" destId="{10C771D0-F148-49A9-B0BC-9F25E8BAA8D1}" srcOrd="3" destOrd="0" parTransId="{B2FCFE7B-3C5E-4436-AC6B-90C4A16E9EF0}" sibTransId="{0BD85090-4DAE-4662-A1E5-E3C23EABD731}"/>
    <dgm:cxn modelId="{E474F565-0B0E-40BD-8C0D-676DDEDA2177}" type="presOf" srcId="{1045697C-5DCB-442A-992E-0EB91FBE65DA}" destId="{4EBCF002-1D2E-40E8-A046-44EB94C12415}" srcOrd="0" destOrd="0" presId="urn:microsoft.com/office/officeart/2018/2/layout/IconLabelList"/>
    <dgm:cxn modelId="{02022D58-D867-4F03-B3B1-EAF9A378170E}" srcId="{1045697C-5DCB-442A-992E-0EB91FBE65DA}" destId="{F776594A-CAA1-4A54-89EA-31328C2AD4FC}" srcOrd="0" destOrd="0" parTransId="{5CCF77EF-7828-495B-BF54-3115BD537669}" sibTransId="{800A8C32-5330-405F-A1B5-77306C070AAC}"/>
    <dgm:cxn modelId="{84823F7D-C287-4C86-89BF-78B343487085}" type="presOf" srcId="{75C85DC5-5E32-43A5-B5CC-00683AB19DD4}" destId="{3460C92F-EF41-479A-BF8C-C7E5D777D8AC}" srcOrd="0" destOrd="0" presId="urn:microsoft.com/office/officeart/2018/2/layout/IconLabelList"/>
    <dgm:cxn modelId="{A18558A5-1C99-41E8-BABB-E38EE2B772F2}" srcId="{1045697C-5DCB-442A-992E-0EB91FBE65DA}" destId="{75C85DC5-5E32-43A5-B5CC-00683AB19DD4}" srcOrd="1" destOrd="0" parTransId="{6B928FE9-4276-49F5-B9D8-D24222D789FC}" sibTransId="{443F15F2-AA28-4E05-BC05-943D1F00492F}"/>
    <dgm:cxn modelId="{195473AD-24CA-48A1-962E-C2D38903A6BF}" type="presOf" srcId="{7CC0685C-5E65-44DB-9BC6-7689099033EA}" destId="{043B1922-FDB7-4D8E-BA7B-1C69BDD6E788}" srcOrd="0" destOrd="0" presId="urn:microsoft.com/office/officeart/2018/2/layout/IconLabelList"/>
    <dgm:cxn modelId="{AE208ADE-35FC-4811-9448-441C82F42E4D}" type="presOf" srcId="{10C771D0-F148-49A9-B0BC-9F25E8BAA8D1}" destId="{7DF517F0-E21A-4606-930F-9DC5707706E0}" srcOrd="0" destOrd="0" presId="urn:microsoft.com/office/officeart/2018/2/layout/IconLabelList"/>
    <dgm:cxn modelId="{2E65EDFF-C8C4-4B17-A99D-3551DCE42812}" type="presOf" srcId="{F776594A-CAA1-4A54-89EA-31328C2AD4FC}" destId="{1F5372E0-70C1-4B3D-9B25-A0AE99F1E0AA}" srcOrd="0" destOrd="0" presId="urn:microsoft.com/office/officeart/2018/2/layout/IconLabelList"/>
    <dgm:cxn modelId="{127BE959-AD4C-4F4A-8228-D74A0D82B56B}" type="presParOf" srcId="{4EBCF002-1D2E-40E8-A046-44EB94C12415}" destId="{9619F9B9-146C-44E1-AAED-DEC445079365}" srcOrd="0" destOrd="0" presId="urn:microsoft.com/office/officeart/2018/2/layout/IconLabelList"/>
    <dgm:cxn modelId="{53180FD1-8458-451A-92CD-64DEDC23026A}" type="presParOf" srcId="{9619F9B9-146C-44E1-AAED-DEC445079365}" destId="{AA1EEE76-B3CD-4954-814E-B59B6A301BF1}" srcOrd="0" destOrd="0" presId="urn:microsoft.com/office/officeart/2018/2/layout/IconLabelList"/>
    <dgm:cxn modelId="{EF4B95DE-39C8-4B38-9651-2EB4F47E04F9}" type="presParOf" srcId="{9619F9B9-146C-44E1-AAED-DEC445079365}" destId="{BBD04667-A26E-4394-BD4A-EF9BB2CB127A}" srcOrd="1" destOrd="0" presId="urn:microsoft.com/office/officeart/2018/2/layout/IconLabelList"/>
    <dgm:cxn modelId="{5388D299-2AAE-40BC-8BD1-160164E06281}" type="presParOf" srcId="{9619F9B9-146C-44E1-AAED-DEC445079365}" destId="{1F5372E0-70C1-4B3D-9B25-A0AE99F1E0AA}" srcOrd="2" destOrd="0" presId="urn:microsoft.com/office/officeart/2018/2/layout/IconLabelList"/>
    <dgm:cxn modelId="{CF406041-075D-4DD7-A289-76FBF7837417}" type="presParOf" srcId="{4EBCF002-1D2E-40E8-A046-44EB94C12415}" destId="{BB4E2749-EA50-4FC8-B326-98EEA2A698CE}" srcOrd="1" destOrd="0" presId="urn:microsoft.com/office/officeart/2018/2/layout/IconLabelList"/>
    <dgm:cxn modelId="{B74DDD26-A6F4-42A4-8D46-0F25FE9634F6}" type="presParOf" srcId="{4EBCF002-1D2E-40E8-A046-44EB94C12415}" destId="{69F9EC46-1619-427C-A50F-C5D5CC09DC70}" srcOrd="2" destOrd="0" presId="urn:microsoft.com/office/officeart/2018/2/layout/IconLabelList"/>
    <dgm:cxn modelId="{817B7E35-A50F-4D6E-96B1-899421734393}" type="presParOf" srcId="{69F9EC46-1619-427C-A50F-C5D5CC09DC70}" destId="{CB71CC07-15F6-4907-BBC0-9A840B7324AF}" srcOrd="0" destOrd="0" presId="urn:microsoft.com/office/officeart/2018/2/layout/IconLabelList"/>
    <dgm:cxn modelId="{C9C66636-8EE8-4595-8338-7559FCAA6958}" type="presParOf" srcId="{69F9EC46-1619-427C-A50F-C5D5CC09DC70}" destId="{3FBDFF8C-1BF6-4B68-AC99-0FE5A334146A}" srcOrd="1" destOrd="0" presId="urn:microsoft.com/office/officeart/2018/2/layout/IconLabelList"/>
    <dgm:cxn modelId="{1F2A98EB-28E0-4897-B920-586DCC20AA72}" type="presParOf" srcId="{69F9EC46-1619-427C-A50F-C5D5CC09DC70}" destId="{3460C92F-EF41-479A-BF8C-C7E5D777D8AC}" srcOrd="2" destOrd="0" presId="urn:microsoft.com/office/officeart/2018/2/layout/IconLabelList"/>
    <dgm:cxn modelId="{8935E311-30CB-4CE1-A1E0-DBD6EA8BA069}" type="presParOf" srcId="{4EBCF002-1D2E-40E8-A046-44EB94C12415}" destId="{816F773D-1B6A-41A3-BE66-062C238DD871}" srcOrd="3" destOrd="0" presId="urn:microsoft.com/office/officeart/2018/2/layout/IconLabelList"/>
    <dgm:cxn modelId="{640E4D37-A166-4C95-98B9-3B6DC034F2FC}" type="presParOf" srcId="{4EBCF002-1D2E-40E8-A046-44EB94C12415}" destId="{D23C8BCF-1A1B-42BF-9DF1-02EC098D823A}" srcOrd="4" destOrd="0" presId="urn:microsoft.com/office/officeart/2018/2/layout/IconLabelList"/>
    <dgm:cxn modelId="{F21E217D-7127-42D2-B0CE-A1695B5C7E46}" type="presParOf" srcId="{D23C8BCF-1A1B-42BF-9DF1-02EC098D823A}" destId="{60CBB8C0-95BC-4506-89FC-35AB60D280E8}" srcOrd="0" destOrd="0" presId="urn:microsoft.com/office/officeart/2018/2/layout/IconLabelList"/>
    <dgm:cxn modelId="{0EFF0F07-BF50-4C4D-AE76-A2673A93BB07}" type="presParOf" srcId="{D23C8BCF-1A1B-42BF-9DF1-02EC098D823A}" destId="{0634F7BA-A415-47FC-A830-1D9DB4B1D99F}" srcOrd="1" destOrd="0" presId="urn:microsoft.com/office/officeart/2018/2/layout/IconLabelList"/>
    <dgm:cxn modelId="{A7E6F110-4B58-43EF-9D69-367BC7B4E3EF}" type="presParOf" srcId="{D23C8BCF-1A1B-42BF-9DF1-02EC098D823A}" destId="{043B1922-FDB7-4D8E-BA7B-1C69BDD6E788}" srcOrd="2" destOrd="0" presId="urn:microsoft.com/office/officeart/2018/2/layout/IconLabelList"/>
    <dgm:cxn modelId="{B603C7DD-A9F0-491E-90BE-7875A98D4917}" type="presParOf" srcId="{4EBCF002-1D2E-40E8-A046-44EB94C12415}" destId="{99D46667-0930-43D4-A05E-4B2D2D81329A}" srcOrd="5" destOrd="0" presId="urn:microsoft.com/office/officeart/2018/2/layout/IconLabelList"/>
    <dgm:cxn modelId="{15C32514-256F-4A3F-A66B-C1E74363796A}" type="presParOf" srcId="{4EBCF002-1D2E-40E8-A046-44EB94C12415}" destId="{E4C6AABB-C806-4A95-967F-62EB310C372A}" srcOrd="6" destOrd="0" presId="urn:microsoft.com/office/officeart/2018/2/layout/IconLabelList"/>
    <dgm:cxn modelId="{B6E62945-5181-4ABE-A047-2464654F986D}" type="presParOf" srcId="{E4C6AABB-C806-4A95-967F-62EB310C372A}" destId="{02E657D4-912C-49FC-9E46-CBF7B3E1F3B7}" srcOrd="0" destOrd="0" presId="urn:microsoft.com/office/officeart/2018/2/layout/IconLabelList"/>
    <dgm:cxn modelId="{FDD9BD8D-EC59-4A1F-839E-9399CC41D523}" type="presParOf" srcId="{E4C6AABB-C806-4A95-967F-62EB310C372A}" destId="{DE4A0F24-9373-4316-B8D9-5249CE285B16}" srcOrd="1" destOrd="0" presId="urn:microsoft.com/office/officeart/2018/2/layout/IconLabelList"/>
    <dgm:cxn modelId="{6F2A7A11-052D-40DE-9B43-534619786A56}" type="presParOf" srcId="{E4C6AABB-C806-4A95-967F-62EB310C372A}" destId="{7DF517F0-E21A-4606-930F-9DC5707706E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BD776F-3ECF-4A6D-B206-6B894372883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69C6ECF-A986-4292-BF24-29C144F93C28}">
      <dgm:prSet/>
      <dgm:spPr/>
      <dgm:t>
        <a:bodyPr/>
        <a:lstStyle/>
        <a:p>
          <a:r>
            <a:rPr lang="pt-BR"/>
            <a:t>Etapa 1. Seleção dos Jogos </a:t>
          </a:r>
          <a:endParaRPr lang="en-US"/>
        </a:p>
      </dgm:t>
    </dgm:pt>
    <dgm:pt modelId="{838CC7B8-73F9-423C-901E-8C29C1799210}" type="parTrans" cxnId="{0537176D-912D-49DC-8D01-DDF0B63BD8F9}">
      <dgm:prSet/>
      <dgm:spPr/>
      <dgm:t>
        <a:bodyPr/>
        <a:lstStyle/>
        <a:p>
          <a:endParaRPr lang="en-US"/>
        </a:p>
      </dgm:t>
    </dgm:pt>
    <dgm:pt modelId="{D5A9B161-DF39-44F1-A7EA-B4D9D6CF2EC8}" type="sibTrans" cxnId="{0537176D-912D-49DC-8D01-DDF0B63BD8F9}">
      <dgm:prSet/>
      <dgm:spPr/>
      <dgm:t>
        <a:bodyPr/>
        <a:lstStyle/>
        <a:p>
          <a:endParaRPr lang="en-US"/>
        </a:p>
      </dgm:t>
    </dgm:pt>
    <dgm:pt modelId="{344DF9EF-8AA0-4478-A264-0B7A62358D63}">
      <dgm:prSet/>
      <dgm:spPr/>
      <dgm:t>
        <a:bodyPr/>
        <a:lstStyle/>
        <a:p>
          <a:r>
            <a:rPr lang="pt-BR"/>
            <a:t>Etapa  2. Coleta de Dados   </a:t>
          </a:r>
          <a:endParaRPr lang="en-US"/>
        </a:p>
      </dgm:t>
    </dgm:pt>
    <dgm:pt modelId="{DD108EA8-936B-489F-8C38-349CE8D47664}" type="parTrans" cxnId="{DAB4A47A-0DF4-419E-A313-5D85D99FC388}">
      <dgm:prSet/>
      <dgm:spPr/>
      <dgm:t>
        <a:bodyPr/>
        <a:lstStyle/>
        <a:p>
          <a:endParaRPr lang="en-US"/>
        </a:p>
      </dgm:t>
    </dgm:pt>
    <dgm:pt modelId="{3507C9E2-F72B-462F-B0BE-8B1E5E025AB1}" type="sibTrans" cxnId="{DAB4A47A-0DF4-419E-A313-5D85D99FC388}">
      <dgm:prSet/>
      <dgm:spPr/>
      <dgm:t>
        <a:bodyPr/>
        <a:lstStyle/>
        <a:p>
          <a:endParaRPr lang="en-US"/>
        </a:p>
      </dgm:t>
    </dgm:pt>
    <dgm:pt modelId="{91DCAFA6-3AEF-4593-AE3A-0276B860498F}">
      <dgm:prSet/>
      <dgm:spPr/>
      <dgm:t>
        <a:bodyPr/>
        <a:lstStyle/>
        <a:p>
          <a:r>
            <a:rPr lang="pt-BR"/>
            <a:t>Etapa  3. Processamento e Classificação dos Dados </a:t>
          </a:r>
          <a:endParaRPr lang="en-US"/>
        </a:p>
      </dgm:t>
    </dgm:pt>
    <dgm:pt modelId="{C1279583-7141-4141-827C-DB4D13555100}" type="parTrans" cxnId="{E428B312-91EB-427A-8029-FF525741C256}">
      <dgm:prSet/>
      <dgm:spPr/>
      <dgm:t>
        <a:bodyPr/>
        <a:lstStyle/>
        <a:p>
          <a:endParaRPr lang="en-US"/>
        </a:p>
      </dgm:t>
    </dgm:pt>
    <dgm:pt modelId="{116278B2-603C-4E6D-B512-38FF8DAA725E}" type="sibTrans" cxnId="{E428B312-91EB-427A-8029-FF525741C256}">
      <dgm:prSet/>
      <dgm:spPr/>
      <dgm:t>
        <a:bodyPr/>
        <a:lstStyle/>
        <a:p>
          <a:endParaRPr lang="en-US"/>
        </a:p>
      </dgm:t>
    </dgm:pt>
    <dgm:pt modelId="{69E7B941-5BEB-4F7E-B478-E65C414085B0}">
      <dgm:prSet/>
      <dgm:spPr/>
      <dgm:t>
        <a:bodyPr/>
        <a:lstStyle/>
        <a:p>
          <a:pPr rtl="0"/>
          <a:r>
            <a:rPr lang="pt-BR"/>
            <a:t>Etapa  4. Análise Comparativa</a:t>
          </a:r>
          <a:r>
            <a:rPr lang="pt-BR">
              <a:latin typeface="Grandview Display"/>
            </a:rPr>
            <a:t> </a:t>
          </a:r>
          <a:r>
            <a:rPr lang="pt-BR"/>
            <a:t> </a:t>
          </a:r>
          <a:endParaRPr lang="en-US"/>
        </a:p>
      </dgm:t>
    </dgm:pt>
    <dgm:pt modelId="{49B6FD1F-9089-42CC-9949-9EEAE662A860}" type="parTrans" cxnId="{A6A1C83B-2879-479A-8E81-E566EFB2C220}">
      <dgm:prSet/>
      <dgm:spPr/>
      <dgm:t>
        <a:bodyPr/>
        <a:lstStyle/>
        <a:p>
          <a:endParaRPr lang="en-US"/>
        </a:p>
      </dgm:t>
    </dgm:pt>
    <dgm:pt modelId="{601AA852-E3DE-4166-A5D9-041D91E4FC24}" type="sibTrans" cxnId="{A6A1C83B-2879-479A-8E81-E566EFB2C220}">
      <dgm:prSet/>
      <dgm:spPr/>
      <dgm:t>
        <a:bodyPr/>
        <a:lstStyle/>
        <a:p>
          <a:endParaRPr lang="en-US"/>
        </a:p>
      </dgm:t>
    </dgm:pt>
    <dgm:pt modelId="{37417700-8BCA-4647-9460-9E3E81E84745}">
      <dgm:prSet phldr="0"/>
      <dgm:spPr/>
      <dgm:t>
        <a:bodyPr/>
        <a:lstStyle/>
        <a:p>
          <a:pPr rtl="0"/>
          <a:r>
            <a:rPr lang="pt-BR">
              <a:latin typeface="Grandview Display"/>
            </a:rPr>
            <a:t>Etapa 5. </a:t>
          </a:r>
          <a:r>
            <a:rPr lang="pt-BR" b="1"/>
            <a:t>Interpretação dos Resultados</a:t>
          </a:r>
        </a:p>
      </dgm:t>
    </dgm:pt>
    <dgm:pt modelId="{108D71A1-5810-463B-B40B-0AC9C350070D}" type="parTrans" cxnId="{8C619FC1-4CC9-4195-A903-B4BDFFB09A56}">
      <dgm:prSet/>
      <dgm:spPr/>
    </dgm:pt>
    <dgm:pt modelId="{E77AD7FE-07B8-49B1-B54A-2A78BE2B7B9F}" type="sibTrans" cxnId="{8C619FC1-4CC9-4195-A903-B4BDFFB09A56}">
      <dgm:prSet/>
      <dgm:spPr/>
    </dgm:pt>
    <dgm:pt modelId="{15B18303-486A-476F-9B2B-14E1CD6A5018}" type="pres">
      <dgm:prSet presAssocID="{6CBD776F-3ECF-4A6D-B206-6B8943728830}" presName="outerComposite" presStyleCnt="0">
        <dgm:presLayoutVars>
          <dgm:chMax val="5"/>
          <dgm:dir/>
          <dgm:resizeHandles val="exact"/>
        </dgm:presLayoutVars>
      </dgm:prSet>
      <dgm:spPr/>
    </dgm:pt>
    <dgm:pt modelId="{AFE701A1-D1D9-46B1-AF8E-A267C38A8B37}" type="pres">
      <dgm:prSet presAssocID="{6CBD776F-3ECF-4A6D-B206-6B8943728830}" presName="dummyMaxCanvas" presStyleCnt="0">
        <dgm:presLayoutVars/>
      </dgm:prSet>
      <dgm:spPr/>
    </dgm:pt>
    <dgm:pt modelId="{170F4A5B-8F5D-4F53-A7D5-594CBA30ED18}" type="pres">
      <dgm:prSet presAssocID="{6CBD776F-3ECF-4A6D-B206-6B8943728830}" presName="FiveNodes_1" presStyleLbl="node1" presStyleIdx="0" presStyleCnt="5">
        <dgm:presLayoutVars>
          <dgm:bulletEnabled val="1"/>
        </dgm:presLayoutVars>
      </dgm:prSet>
      <dgm:spPr/>
    </dgm:pt>
    <dgm:pt modelId="{50E146C6-E891-4084-A7F2-A67C7EA53B33}" type="pres">
      <dgm:prSet presAssocID="{6CBD776F-3ECF-4A6D-B206-6B8943728830}" presName="FiveNodes_2" presStyleLbl="node1" presStyleIdx="1" presStyleCnt="5">
        <dgm:presLayoutVars>
          <dgm:bulletEnabled val="1"/>
        </dgm:presLayoutVars>
      </dgm:prSet>
      <dgm:spPr/>
    </dgm:pt>
    <dgm:pt modelId="{F2DF9FCA-B019-4118-B452-1C2BBD8D3E88}" type="pres">
      <dgm:prSet presAssocID="{6CBD776F-3ECF-4A6D-B206-6B8943728830}" presName="FiveNodes_3" presStyleLbl="node1" presStyleIdx="2" presStyleCnt="5">
        <dgm:presLayoutVars>
          <dgm:bulletEnabled val="1"/>
        </dgm:presLayoutVars>
      </dgm:prSet>
      <dgm:spPr/>
    </dgm:pt>
    <dgm:pt modelId="{72FA1B48-8A8B-4849-9097-6382422FE358}" type="pres">
      <dgm:prSet presAssocID="{6CBD776F-3ECF-4A6D-B206-6B8943728830}" presName="FiveNodes_4" presStyleLbl="node1" presStyleIdx="3" presStyleCnt="5">
        <dgm:presLayoutVars>
          <dgm:bulletEnabled val="1"/>
        </dgm:presLayoutVars>
      </dgm:prSet>
      <dgm:spPr/>
    </dgm:pt>
    <dgm:pt modelId="{C2768F14-2100-4408-AE6F-29A90B5D5831}" type="pres">
      <dgm:prSet presAssocID="{6CBD776F-3ECF-4A6D-B206-6B8943728830}" presName="FiveNodes_5" presStyleLbl="node1" presStyleIdx="4" presStyleCnt="5">
        <dgm:presLayoutVars>
          <dgm:bulletEnabled val="1"/>
        </dgm:presLayoutVars>
      </dgm:prSet>
      <dgm:spPr/>
    </dgm:pt>
    <dgm:pt modelId="{88D80AB5-D337-469D-A63C-AB8D23C3411C}" type="pres">
      <dgm:prSet presAssocID="{6CBD776F-3ECF-4A6D-B206-6B8943728830}" presName="FiveConn_1-2" presStyleLbl="fgAccFollowNode1" presStyleIdx="0" presStyleCnt="4">
        <dgm:presLayoutVars>
          <dgm:bulletEnabled val="1"/>
        </dgm:presLayoutVars>
      </dgm:prSet>
      <dgm:spPr/>
    </dgm:pt>
    <dgm:pt modelId="{694D138B-45F7-4D31-8415-7168277ADF04}" type="pres">
      <dgm:prSet presAssocID="{6CBD776F-3ECF-4A6D-B206-6B8943728830}" presName="FiveConn_2-3" presStyleLbl="fgAccFollowNode1" presStyleIdx="1" presStyleCnt="4">
        <dgm:presLayoutVars>
          <dgm:bulletEnabled val="1"/>
        </dgm:presLayoutVars>
      </dgm:prSet>
      <dgm:spPr/>
    </dgm:pt>
    <dgm:pt modelId="{B4D33290-265F-4D09-80D9-3AA2C745C329}" type="pres">
      <dgm:prSet presAssocID="{6CBD776F-3ECF-4A6D-B206-6B8943728830}" presName="FiveConn_3-4" presStyleLbl="fgAccFollowNode1" presStyleIdx="2" presStyleCnt="4">
        <dgm:presLayoutVars>
          <dgm:bulletEnabled val="1"/>
        </dgm:presLayoutVars>
      </dgm:prSet>
      <dgm:spPr/>
    </dgm:pt>
    <dgm:pt modelId="{713E7E8C-B060-44BD-9A4D-9D76835735BD}" type="pres">
      <dgm:prSet presAssocID="{6CBD776F-3ECF-4A6D-B206-6B8943728830}" presName="FiveConn_4-5" presStyleLbl="fgAccFollowNode1" presStyleIdx="3" presStyleCnt="4">
        <dgm:presLayoutVars>
          <dgm:bulletEnabled val="1"/>
        </dgm:presLayoutVars>
      </dgm:prSet>
      <dgm:spPr/>
    </dgm:pt>
    <dgm:pt modelId="{DDBEBE6F-03F6-4E3F-B987-C4BAB51895CE}" type="pres">
      <dgm:prSet presAssocID="{6CBD776F-3ECF-4A6D-B206-6B8943728830}" presName="FiveNodes_1_text" presStyleLbl="node1" presStyleIdx="4" presStyleCnt="5">
        <dgm:presLayoutVars>
          <dgm:bulletEnabled val="1"/>
        </dgm:presLayoutVars>
      </dgm:prSet>
      <dgm:spPr/>
    </dgm:pt>
    <dgm:pt modelId="{D2D78A5A-4588-4AA8-BBE1-DE48E9666ECB}" type="pres">
      <dgm:prSet presAssocID="{6CBD776F-3ECF-4A6D-B206-6B8943728830}" presName="FiveNodes_2_text" presStyleLbl="node1" presStyleIdx="4" presStyleCnt="5">
        <dgm:presLayoutVars>
          <dgm:bulletEnabled val="1"/>
        </dgm:presLayoutVars>
      </dgm:prSet>
      <dgm:spPr/>
    </dgm:pt>
    <dgm:pt modelId="{1E32C367-B6C5-46AA-BECB-760806B3DD73}" type="pres">
      <dgm:prSet presAssocID="{6CBD776F-3ECF-4A6D-B206-6B8943728830}" presName="FiveNodes_3_text" presStyleLbl="node1" presStyleIdx="4" presStyleCnt="5">
        <dgm:presLayoutVars>
          <dgm:bulletEnabled val="1"/>
        </dgm:presLayoutVars>
      </dgm:prSet>
      <dgm:spPr/>
    </dgm:pt>
    <dgm:pt modelId="{85CCF9C6-8347-4D6B-BFD7-8ABF49E30711}" type="pres">
      <dgm:prSet presAssocID="{6CBD776F-3ECF-4A6D-B206-6B8943728830}" presName="FiveNodes_4_text" presStyleLbl="node1" presStyleIdx="4" presStyleCnt="5">
        <dgm:presLayoutVars>
          <dgm:bulletEnabled val="1"/>
        </dgm:presLayoutVars>
      </dgm:prSet>
      <dgm:spPr/>
    </dgm:pt>
    <dgm:pt modelId="{BC00BD42-2DEB-4AE0-8B4C-920B8E42A37E}" type="pres">
      <dgm:prSet presAssocID="{6CBD776F-3ECF-4A6D-B206-6B894372883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66BE10C-560A-4E7D-B54E-BAA2B3667D27}" type="presOf" srcId="{91DCAFA6-3AEF-4593-AE3A-0276B860498F}" destId="{F2DF9FCA-B019-4118-B452-1C2BBD8D3E88}" srcOrd="0" destOrd="0" presId="urn:microsoft.com/office/officeart/2005/8/layout/vProcess5"/>
    <dgm:cxn modelId="{E428B312-91EB-427A-8029-FF525741C256}" srcId="{6CBD776F-3ECF-4A6D-B206-6B8943728830}" destId="{91DCAFA6-3AEF-4593-AE3A-0276B860498F}" srcOrd="2" destOrd="0" parTransId="{C1279583-7141-4141-827C-DB4D13555100}" sibTransId="{116278B2-603C-4E6D-B512-38FF8DAA725E}"/>
    <dgm:cxn modelId="{946ABB1D-3DF9-4274-8136-931110BEE63D}" type="presOf" srcId="{344DF9EF-8AA0-4478-A264-0B7A62358D63}" destId="{50E146C6-E891-4084-A7F2-A67C7EA53B33}" srcOrd="0" destOrd="0" presId="urn:microsoft.com/office/officeart/2005/8/layout/vProcess5"/>
    <dgm:cxn modelId="{F2691B23-972D-4E72-B15C-C3FE89A732E3}" type="presOf" srcId="{344DF9EF-8AA0-4478-A264-0B7A62358D63}" destId="{D2D78A5A-4588-4AA8-BBE1-DE48E9666ECB}" srcOrd="1" destOrd="0" presId="urn:microsoft.com/office/officeart/2005/8/layout/vProcess5"/>
    <dgm:cxn modelId="{A6A1C83B-2879-479A-8E81-E566EFB2C220}" srcId="{6CBD776F-3ECF-4A6D-B206-6B8943728830}" destId="{69E7B941-5BEB-4F7E-B478-E65C414085B0}" srcOrd="3" destOrd="0" parTransId="{49B6FD1F-9089-42CC-9949-9EEAE662A860}" sibTransId="{601AA852-E3DE-4166-A5D9-041D91E4FC24}"/>
    <dgm:cxn modelId="{65483A3C-59D0-470D-9E14-2BF7B9DE846C}" type="presOf" srcId="{6CBD776F-3ECF-4A6D-B206-6B8943728830}" destId="{15B18303-486A-476F-9B2B-14E1CD6A5018}" srcOrd="0" destOrd="0" presId="urn:microsoft.com/office/officeart/2005/8/layout/vProcess5"/>
    <dgm:cxn modelId="{0537176D-912D-49DC-8D01-DDF0B63BD8F9}" srcId="{6CBD776F-3ECF-4A6D-B206-6B8943728830}" destId="{369C6ECF-A986-4292-BF24-29C144F93C28}" srcOrd="0" destOrd="0" parTransId="{838CC7B8-73F9-423C-901E-8C29C1799210}" sibTransId="{D5A9B161-DF39-44F1-A7EA-B4D9D6CF2EC8}"/>
    <dgm:cxn modelId="{56C84A6E-9F7F-45E8-B2CA-701BFCAEF160}" type="presOf" srcId="{369C6ECF-A986-4292-BF24-29C144F93C28}" destId="{170F4A5B-8F5D-4F53-A7D5-594CBA30ED18}" srcOrd="0" destOrd="0" presId="urn:microsoft.com/office/officeart/2005/8/layout/vProcess5"/>
    <dgm:cxn modelId="{2B174E4E-36F0-43BD-A25C-AAED6F0C4BEB}" type="presOf" srcId="{D5A9B161-DF39-44F1-A7EA-B4D9D6CF2EC8}" destId="{88D80AB5-D337-469D-A63C-AB8D23C3411C}" srcOrd="0" destOrd="0" presId="urn:microsoft.com/office/officeart/2005/8/layout/vProcess5"/>
    <dgm:cxn modelId="{DAB4A47A-0DF4-419E-A313-5D85D99FC388}" srcId="{6CBD776F-3ECF-4A6D-B206-6B8943728830}" destId="{344DF9EF-8AA0-4478-A264-0B7A62358D63}" srcOrd="1" destOrd="0" parTransId="{DD108EA8-936B-489F-8C38-349CE8D47664}" sibTransId="{3507C9E2-F72B-462F-B0BE-8B1E5E025AB1}"/>
    <dgm:cxn modelId="{09A0AB93-4F93-4478-B4E1-5541E407A1E6}" type="presOf" srcId="{91DCAFA6-3AEF-4593-AE3A-0276B860498F}" destId="{1E32C367-B6C5-46AA-BECB-760806B3DD73}" srcOrd="1" destOrd="0" presId="urn:microsoft.com/office/officeart/2005/8/layout/vProcess5"/>
    <dgm:cxn modelId="{44DF889C-20F8-47BA-A93B-0F6CA85A8091}" type="presOf" srcId="{601AA852-E3DE-4166-A5D9-041D91E4FC24}" destId="{713E7E8C-B060-44BD-9A4D-9D76835735BD}" srcOrd="0" destOrd="0" presId="urn:microsoft.com/office/officeart/2005/8/layout/vProcess5"/>
    <dgm:cxn modelId="{FFA884A2-3518-43E6-9CD8-D7EF14B6CF01}" type="presOf" srcId="{369C6ECF-A986-4292-BF24-29C144F93C28}" destId="{DDBEBE6F-03F6-4E3F-B987-C4BAB51895CE}" srcOrd="1" destOrd="0" presId="urn:microsoft.com/office/officeart/2005/8/layout/vProcess5"/>
    <dgm:cxn modelId="{FB5FC1A3-4823-4566-8AAD-66D316ED1DA6}" type="presOf" srcId="{37417700-8BCA-4647-9460-9E3E81E84745}" destId="{C2768F14-2100-4408-AE6F-29A90B5D5831}" srcOrd="0" destOrd="0" presId="urn:microsoft.com/office/officeart/2005/8/layout/vProcess5"/>
    <dgm:cxn modelId="{F9A538BC-B657-453B-9F12-BFAC505F6940}" type="presOf" srcId="{3507C9E2-F72B-462F-B0BE-8B1E5E025AB1}" destId="{694D138B-45F7-4D31-8415-7168277ADF04}" srcOrd="0" destOrd="0" presId="urn:microsoft.com/office/officeart/2005/8/layout/vProcess5"/>
    <dgm:cxn modelId="{E238C8BE-0F43-4F33-B435-BEFF0F27E815}" type="presOf" srcId="{69E7B941-5BEB-4F7E-B478-E65C414085B0}" destId="{72FA1B48-8A8B-4849-9097-6382422FE358}" srcOrd="0" destOrd="0" presId="urn:microsoft.com/office/officeart/2005/8/layout/vProcess5"/>
    <dgm:cxn modelId="{8C619FC1-4CC9-4195-A903-B4BDFFB09A56}" srcId="{6CBD776F-3ECF-4A6D-B206-6B8943728830}" destId="{37417700-8BCA-4647-9460-9E3E81E84745}" srcOrd="4" destOrd="0" parTransId="{108D71A1-5810-463B-B40B-0AC9C350070D}" sibTransId="{E77AD7FE-07B8-49B1-B54A-2A78BE2B7B9F}"/>
    <dgm:cxn modelId="{F935ECD9-FC36-4695-B9C0-A205B3174D90}" type="presOf" srcId="{116278B2-603C-4E6D-B512-38FF8DAA725E}" destId="{B4D33290-265F-4D09-80D9-3AA2C745C329}" srcOrd="0" destOrd="0" presId="urn:microsoft.com/office/officeart/2005/8/layout/vProcess5"/>
    <dgm:cxn modelId="{99CE0FDF-7E65-4FED-8A10-CC6322A61E1E}" type="presOf" srcId="{69E7B941-5BEB-4F7E-B478-E65C414085B0}" destId="{85CCF9C6-8347-4D6B-BFD7-8ABF49E30711}" srcOrd="1" destOrd="0" presId="urn:microsoft.com/office/officeart/2005/8/layout/vProcess5"/>
    <dgm:cxn modelId="{E77396F7-9FF9-43AB-879C-A2E231B51C27}" type="presOf" srcId="{37417700-8BCA-4647-9460-9E3E81E84745}" destId="{BC00BD42-2DEB-4AE0-8B4C-920B8E42A37E}" srcOrd="1" destOrd="0" presId="urn:microsoft.com/office/officeart/2005/8/layout/vProcess5"/>
    <dgm:cxn modelId="{3B5AD107-C1C8-4943-9817-0187FCCAFD77}" type="presParOf" srcId="{15B18303-486A-476F-9B2B-14E1CD6A5018}" destId="{AFE701A1-D1D9-46B1-AF8E-A267C38A8B37}" srcOrd="0" destOrd="0" presId="urn:microsoft.com/office/officeart/2005/8/layout/vProcess5"/>
    <dgm:cxn modelId="{F4D06B95-1270-4B11-B998-91DEA2A3F463}" type="presParOf" srcId="{15B18303-486A-476F-9B2B-14E1CD6A5018}" destId="{170F4A5B-8F5D-4F53-A7D5-594CBA30ED18}" srcOrd="1" destOrd="0" presId="urn:microsoft.com/office/officeart/2005/8/layout/vProcess5"/>
    <dgm:cxn modelId="{3DDA9451-8B05-47E0-A8FC-D9D03089D01F}" type="presParOf" srcId="{15B18303-486A-476F-9B2B-14E1CD6A5018}" destId="{50E146C6-E891-4084-A7F2-A67C7EA53B33}" srcOrd="2" destOrd="0" presId="urn:microsoft.com/office/officeart/2005/8/layout/vProcess5"/>
    <dgm:cxn modelId="{DE642558-0749-40E2-B9C2-3695C321F193}" type="presParOf" srcId="{15B18303-486A-476F-9B2B-14E1CD6A5018}" destId="{F2DF9FCA-B019-4118-B452-1C2BBD8D3E88}" srcOrd="3" destOrd="0" presId="urn:microsoft.com/office/officeart/2005/8/layout/vProcess5"/>
    <dgm:cxn modelId="{92020F23-9894-40EB-9590-5C7C67BD2C3C}" type="presParOf" srcId="{15B18303-486A-476F-9B2B-14E1CD6A5018}" destId="{72FA1B48-8A8B-4849-9097-6382422FE358}" srcOrd="4" destOrd="0" presId="urn:microsoft.com/office/officeart/2005/8/layout/vProcess5"/>
    <dgm:cxn modelId="{B4E9C1BA-C616-48D8-B03D-82FEE44A688F}" type="presParOf" srcId="{15B18303-486A-476F-9B2B-14E1CD6A5018}" destId="{C2768F14-2100-4408-AE6F-29A90B5D5831}" srcOrd="5" destOrd="0" presId="urn:microsoft.com/office/officeart/2005/8/layout/vProcess5"/>
    <dgm:cxn modelId="{E5B8D2D6-AF09-46EC-A1BC-1A052C991875}" type="presParOf" srcId="{15B18303-486A-476F-9B2B-14E1CD6A5018}" destId="{88D80AB5-D337-469D-A63C-AB8D23C3411C}" srcOrd="6" destOrd="0" presId="urn:microsoft.com/office/officeart/2005/8/layout/vProcess5"/>
    <dgm:cxn modelId="{E808CF96-330E-4E52-8A4F-C2CD7E64217E}" type="presParOf" srcId="{15B18303-486A-476F-9B2B-14E1CD6A5018}" destId="{694D138B-45F7-4D31-8415-7168277ADF04}" srcOrd="7" destOrd="0" presId="urn:microsoft.com/office/officeart/2005/8/layout/vProcess5"/>
    <dgm:cxn modelId="{08017D41-83D1-4072-93C0-C4756BD09077}" type="presParOf" srcId="{15B18303-486A-476F-9B2B-14E1CD6A5018}" destId="{B4D33290-265F-4D09-80D9-3AA2C745C329}" srcOrd="8" destOrd="0" presId="urn:microsoft.com/office/officeart/2005/8/layout/vProcess5"/>
    <dgm:cxn modelId="{FAA63263-B268-465E-ADFF-14A169253EDB}" type="presParOf" srcId="{15B18303-486A-476F-9B2B-14E1CD6A5018}" destId="{713E7E8C-B060-44BD-9A4D-9D76835735BD}" srcOrd="9" destOrd="0" presId="urn:microsoft.com/office/officeart/2005/8/layout/vProcess5"/>
    <dgm:cxn modelId="{0CA91B9A-3587-45C6-9560-8852340CEA1F}" type="presParOf" srcId="{15B18303-486A-476F-9B2B-14E1CD6A5018}" destId="{DDBEBE6F-03F6-4E3F-B987-C4BAB51895CE}" srcOrd="10" destOrd="0" presId="urn:microsoft.com/office/officeart/2005/8/layout/vProcess5"/>
    <dgm:cxn modelId="{DAF1DF92-BF80-446C-9C5C-F60111C471ED}" type="presParOf" srcId="{15B18303-486A-476F-9B2B-14E1CD6A5018}" destId="{D2D78A5A-4588-4AA8-BBE1-DE48E9666ECB}" srcOrd="11" destOrd="0" presId="urn:microsoft.com/office/officeart/2005/8/layout/vProcess5"/>
    <dgm:cxn modelId="{F8559D0F-3DD1-4B5A-B254-89E30C7B759B}" type="presParOf" srcId="{15B18303-486A-476F-9B2B-14E1CD6A5018}" destId="{1E32C367-B6C5-46AA-BECB-760806B3DD73}" srcOrd="12" destOrd="0" presId="urn:microsoft.com/office/officeart/2005/8/layout/vProcess5"/>
    <dgm:cxn modelId="{2410478C-3EA8-4618-9DB2-258835065B79}" type="presParOf" srcId="{15B18303-486A-476F-9B2B-14E1CD6A5018}" destId="{85CCF9C6-8347-4D6B-BFD7-8ABF49E30711}" srcOrd="13" destOrd="0" presId="urn:microsoft.com/office/officeart/2005/8/layout/vProcess5"/>
    <dgm:cxn modelId="{AE57E9F1-139A-49A8-A24B-D379298C285E}" type="presParOf" srcId="{15B18303-486A-476F-9B2B-14E1CD6A5018}" destId="{BC00BD42-2DEB-4AE0-8B4C-920B8E42A37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E546DF-F1F7-4181-B840-E3BCEE9F78A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CDF7E1-782F-43D4-A788-2A0345F9B37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Action</a:t>
          </a:r>
          <a:r>
            <a:rPr lang="pt-BR"/>
            <a:t>, </a:t>
          </a:r>
          <a:endParaRPr lang="en-US"/>
        </a:p>
      </dgm:t>
    </dgm:pt>
    <dgm:pt modelId="{1F15DDD9-407D-45FF-AF3E-240D5E9FC1D2}" type="parTrans" cxnId="{1281430E-5B65-491E-8490-2CC97836B5D8}">
      <dgm:prSet/>
      <dgm:spPr/>
      <dgm:t>
        <a:bodyPr/>
        <a:lstStyle/>
        <a:p>
          <a:endParaRPr lang="en-US"/>
        </a:p>
      </dgm:t>
    </dgm:pt>
    <dgm:pt modelId="{5BE756E5-2F80-4B40-8A80-949D9B7E50C1}" type="sibTrans" cxnId="{1281430E-5B65-491E-8490-2CC97836B5D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561381-7B3F-42C7-9906-ABA1D45F741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Adventure</a:t>
          </a:r>
          <a:r>
            <a:rPr lang="pt-BR"/>
            <a:t>, </a:t>
          </a:r>
          <a:endParaRPr lang="en-US"/>
        </a:p>
      </dgm:t>
    </dgm:pt>
    <dgm:pt modelId="{EB6B0BB2-C2AB-47BB-8B82-8D1396A5F0D1}" type="parTrans" cxnId="{240292B6-8C8C-4294-97DB-44B196AF7C32}">
      <dgm:prSet/>
      <dgm:spPr/>
      <dgm:t>
        <a:bodyPr/>
        <a:lstStyle/>
        <a:p>
          <a:endParaRPr lang="en-US"/>
        </a:p>
      </dgm:t>
    </dgm:pt>
    <dgm:pt modelId="{2078137C-9A74-429B-836E-9CB97E46DAF6}" type="sibTrans" cxnId="{240292B6-8C8C-4294-97DB-44B196AF7C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274005-B8C0-483C-87B5-704D375B565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Casual</a:t>
          </a:r>
          <a:r>
            <a:rPr lang="pt-BR"/>
            <a:t>, </a:t>
          </a:r>
          <a:endParaRPr lang="en-US"/>
        </a:p>
      </dgm:t>
    </dgm:pt>
    <dgm:pt modelId="{6E656968-0884-4505-83D5-31BF35DF2588}" type="parTrans" cxnId="{F71356DF-6AA7-4961-B280-C047087A11AE}">
      <dgm:prSet/>
      <dgm:spPr/>
      <dgm:t>
        <a:bodyPr/>
        <a:lstStyle/>
        <a:p>
          <a:endParaRPr lang="en-US"/>
        </a:p>
      </dgm:t>
    </dgm:pt>
    <dgm:pt modelId="{062D41ED-1843-4856-8807-96CD38C1370D}" type="sibTrans" cxnId="{F71356DF-6AA7-4961-B280-C047087A11A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D5FF79-A48C-40C0-9D38-F786E632C60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Indie</a:t>
          </a:r>
          <a:r>
            <a:rPr lang="pt-BR"/>
            <a:t>, </a:t>
          </a:r>
          <a:endParaRPr lang="en-US"/>
        </a:p>
      </dgm:t>
    </dgm:pt>
    <dgm:pt modelId="{94A3D01F-4A65-4D68-96EB-4E0C365B6C64}" type="parTrans" cxnId="{19AA8485-B810-4D72-A367-32937D99CB84}">
      <dgm:prSet/>
      <dgm:spPr/>
      <dgm:t>
        <a:bodyPr/>
        <a:lstStyle/>
        <a:p>
          <a:endParaRPr lang="en-US"/>
        </a:p>
      </dgm:t>
    </dgm:pt>
    <dgm:pt modelId="{9C7FA652-45AD-4D72-82CE-91AF7AFD7F78}" type="sibTrans" cxnId="{19AA8485-B810-4D72-A367-32937D99CB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29F6DE4-736A-456A-A503-0E5CFDC1DAB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Racing</a:t>
          </a:r>
          <a:endParaRPr lang="en-US"/>
        </a:p>
      </dgm:t>
    </dgm:pt>
    <dgm:pt modelId="{A53A7DB9-1364-4492-B38D-93A3DDDCEE47}" type="parTrans" cxnId="{676EB126-1735-4060-99D6-0E9BB88B8975}">
      <dgm:prSet/>
      <dgm:spPr/>
      <dgm:t>
        <a:bodyPr/>
        <a:lstStyle/>
        <a:p>
          <a:endParaRPr lang="en-US"/>
        </a:p>
      </dgm:t>
    </dgm:pt>
    <dgm:pt modelId="{453187F0-A55D-4F0A-97AD-1051DA84137E}" type="sibTrans" cxnId="{676EB126-1735-4060-99D6-0E9BB88B897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CCBEC5-D4EA-4385-BA96-F7718ED0847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Strategy</a:t>
          </a:r>
          <a:r>
            <a:rPr lang="pt-BR"/>
            <a:t>.</a:t>
          </a:r>
          <a:endParaRPr lang="en-US"/>
        </a:p>
      </dgm:t>
    </dgm:pt>
    <dgm:pt modelId="{6FE9B986-2968-4A4B-85E4-0896B5D1BE2D}" type="parTrans" cxnId="{24FB8EAC-A624-4709-8132-F7D6AA27689A}">
      <dgm:prSet/>
      <dgm:spPr/>
      <dgm:t>
        <a:bodyPr/>
        <a:lstStyle/>
        <a:p>
          <a:endParaRPr lang="en-US"/>
        </a:p>
      </dgm:t>
    </dgm:pt>
    <dgm:pt modelId="{0FC94041-91E0-4F55-A4E8-B326496A1BC8}" type="sibTrans" cxnId="{24FB8EAC-A624-4709-8132-F7D6AA27689A}">
      <dgm:prSet/>
      <dgm:spPr/>
      <dgm:t>
        <a:bodyPr/>
        <a:lstStyle/>
        <a:p>
          <a:endParaRPr lang="en-US"/>
        </a:p>
      </dgm:t>
    </dgm:pt>
    <dgm:pt modelId="{56D1F560-A9E6-4297-988E-18FA76088A72}" type="pres">
      <dgm:prSet presAssocID="{0FE546DF-F1F7-4181-B840-E3BCEE9F78A5}" presName="root" presStyleCnt="0">
        <dgm:presLayoutVars>
          <dgm:dir/>
          <dgm:resizeHandles val="exact"/>
        </dgm:presLayoutVars>
      </dgm:prSet>
      <dgm:spPr/>
    </dgm:pt>
    <dgm:pt modelId="{3B95AB20-900F-463D-A51C-A78BF51DE722}" type="pres">
      <dgm:prSet presAssocID="{EBCDF7E1-782F-43D4-A788-2A0345F9B37E}" presName="compNode" presStyleCnt="0"/>
      <dgm:spPr/>
    </dgm:pt>
    <dgm:pt modelId="{19E7A2B3-810C-4AFA-AFA2-B45313977322}" type="pres">
      <dgm:prSet presAssocID="{EBCDF7E1-782F-43D4-A788-2A0345F9B37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A13BB165-42B3-4892-B4BE-B9C058B0372F}" type="pres">
      <dgm:prSet presAssocID="{EBCDF7E1-782F-43D4-A788-2A0345F9B37E}" presName="spaceRect" presStyleCnt="0"/>
      <dgm:spPr/>
    </dgm:pt>
    <dgm:pt modelId="{4218D253-0807-444F-9FA3-EE7405D0F3B3}" type="pres">
      <dgm:prSet presAssocID="{EBCDF7E1-782F-43D4-A788-2A0345F9B37E}" presName="textRect" presStyleLbl="revTx" presStyleIdx="0" presStyleCnt="6">
        <dgm:presLayoutVars>
          <dgm:chMax val="1"/>
          <dgm:chPref val="1"/>
        </dgm:presLayoutVars>
      </dgm:prSet>
      <dgm:spPr/>
    </dgm:pt>
    <dgm:pt modelId="{34499BAF-AFBA-48DE-BC24-08A104AC4F86}" type="pres">
      <dgm:prSet presAssocID="{5BE756E5-2F80-4B40-8A80-949D9B7E50C1}" presName="sibTrans" presStyleCnt="0"/>
      <dgm:spPr/>
    </dgm:pt>
    <dgm:pt modelId="{96BDC941-1E30-452F-9B5B-C73A5B139AE4}" type="pres">
      <dgm:prSet presAssocID="{0D561381-7B3F-42C7-9906-ABA1D45F7416}" presName="compNode" presStyleCnt="0"/>
      <dgm:spPr/>
    </dgm:pt>
    <dgm:pt modelId="{B1EE48B2-010C-464D-BA14-EE72B2151B5C}" type="pres">
      <dgm:prSet presAssocID="{0D561381-7B3F-42C7-9906-ABA1D45F741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CB7A38A5-16A1-41F9-BB59-298420118DEA}" type="pres">
      <dgm:prSet presAssocID="{0D561381-7B3F-42C7-9906-ABA1D45F7416}" presName="spaceRect" presStyleCnt="0"/>
      <dgm:spPr/>
    </dgm:pt>
    <dgm:pt modelId="{C5FEA246-C686-451B-B9EE-C92923B15207}" type="pres">
      <dgm:prSet presAssocID="{0D561381-7B3F-42C7-9906-ABA1D45F7416}" presName="textRect" presStyleLbl="revTx" presStyleIdx="1" presStyleCnt="6">
        <dgm:presLayoutVars>
          <dgm:chMax val="1"/>
          <dgm:chPref val="1"/>
        </dgm:presLayoutVars>
      </dgm:prSet>
      <dgm:spPr/>
    </dgm:pt>
    <dgm:pt modelId="{7C429A5D-B010-4493-B9E4-86476814687B}" type="pres">
      <dgm:prSet presAssocID="{2078137C-9A74-429B-836E-9CB97E46DAF6}" presName="sibTrans" presStyleCnt="0"/>
      <dgm:spPr/>
    </dgm:pt>
    <dgm:pt modelId="{13B27F3F-6F3A-4FD1-8C33-4A13794DB924}" type="pres">
      <dgm:prSet presAssocID="{DF274005-B8C0-483C-87B5-704D375B5657}" presName="compNode" presStyleCnt="0"/>
      <dgm:spPr/>
    </dgm:pt>
    <dgm:pt modelId="{ED28F2B4-8A7F-47B6-8EBD-375DBF76BDAB}" type="pres">
      <dgm:prSet presAssocID="{DF274005-B8C0-483C-87B5-704D375B565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ng sleeve shirt"/>
        </a:ext>
      </dgm:extLst>
    </dgm:pt>
    <dgm:pt modelId="{6A7A16FA-F394-4278-A239-5572A70A5F34}" type="pres">
      <dgm:prSet presAssocID="{DF274005-B8C0-483C-87B5-704D375B5657}" presName="spaceRect" presStyleCnt="0"/>
      <dgm:spPr/>
    </dgm:pt>
    <dgm:pt modelId="{3CE7AD40-E76E-47AC-9BFA-B95A7EFE4C66}" type="pres">
      <dgm:prSet presAssocID="{DF274005-B8C0-483C-87B5-704D375B5657}" presName="textRect" presStyleLbl="revTx" presStyleIdx="2" presStyleCnt="6">
        <dgm:presLayoutVars>
          <dgm:chMax val="1"/>
          <dgm:chPref val="1"/>
        </dgm:presLayoutVars>
      </dgm:prSet>
      <dgm:spPr/>
    </dgm:pt>
    <dgm:pt modelId="{0133566D-4382-4138-85AB-51FF909B5D6D}" type="pres">
      <dgm:prSet presAssocID="{062D41ED-1843-4856-8807-96CD38C1370D}" presName="sibTrans" presStyleCnt="0"/>
      <dgm:spPr/>
    </dgm:pt>
    <dgm:pt modelId="{9A0823C7-BB6D-443D-88BD-F775F8B8313A}" type="pres">
      <dgm:prSet presAssocID="{4DD5FF79-A48C-40C0-9D38-F786E632C607}" presName="compNode" presStyleCnt="0"/>
      <dgm:spPr/>
    </dgm:pt>
    <dgm:pt modelId="{F6059EAD-BD0A-411B-B055-D52CBD5AE565}" type="pres">
      <dgm:prSet presAssocID="{4DD5FF79-A48C-40C0-9D38-F786E632C60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rineta"/>
        </a:ext>
      </dgm:extLst>
    </dgm:pt>
    <dgm:pt modelId="{EA52FF40-8BAF-4A18-BC88-1B4D506EE400}" type="pres">
      <dgm:prSet presAssocID="{4DD5FF79-A48C-40C0-9D38-F786E632C607}" presName="spaceRect" presStyleCnt="0"/>
      <dgm:spPr/>
    </dgm:pt>
    <dgm:pt modelId="{D7FCA22E-818E-4AD5-888D-E31A43A3E696}" type="pres">
      <dgm:prSet presAssocID="{4DD5FF79-A48C-40C0-9D38-F786E632C607}" presName="textRect" presStyleLbl="revTx" presStyleIdx="3" presStyleCnt="6">
        <dgm:presLayoutVars>
          <dgm:chMax val="1"/>
          <dgm:chPref val="1"/>
        </dgm:presLayoutVars>
      </dgm:prSet>
      <dgm:spPr/>
    </dgm:pt>
    <dgm:pt modelId="{94133174-43DF-443F-8111-1089F0841BF5}" type="pres">
      <dgm:prSet presAssocID="{9C7FA652-45AD-4D72-82CE-91AF7AFD7F78}" presName="sibTrans" presStyleCnt="0"/>
      <dgm:spPr/>
    </dgm:pt>
    <dgm:pt modelId="{4F86D224-FB59-4072-8FE3-EC8698A44819}" type="pres">
      <dgm:prSet presAssocID="{229F6DE4-736A-456A-A503-0E5CFDC1DABD}" presName="compNode" presStyleCnt="0"/>
      <dgm:spPr/>
    </dgm:pt>
    <dgm:pt modelId="{045E1C43-3E1C-4CE5-B4CB-67A1022EE455}" type="pres">
      <dgm:prSet presAssocID="{229F6DE4-736A-456A-A503-0E5CFDC1DAB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valo"/>
        </a:ext>
      </dgm:extLst>
    </dgm:pt>
    <dgm:pt modelId="{0B43A866-7F78-41D1-BF41-C4F61D17655D}" type="pres">
      <dgm:prSet presAssocID="{229F6DE4-736A-456A-A503-0E5CFDC1DABD}" presName="spaceRect" presStyleCnt="0"/>
      <dgm:spPr/>
    </dgm:pt>
    <dgm:pt modelId="{7328FA03-0CDC-4B8C-AE9A-51ED8D9E377C}" type="pres">
      <dgm:prSet presAssocID="{229F6DE4-736A-456A-A503-0E5CFDC1DABD}" presName="textRect" presStyleLbl="revTx" presStyleIdx="4" presStyleCnt="6">
        <dgm:presLayoutVars>
          <dgm:chMax val="1"/>
          <dgm:chPref val="1"/>
        </dgm:presLayoutVars>
      </dgm:prSet>
      <dgm:spPr/>
    </dgm:pt>
    <dgm:pt modelId="{10F5A9E3-6E9F-4F1C-B8CB-D51C94A65697}" type="pres">
      <dgm:prSet presAssocID="{453187F0-A55D-4F0A-97AD-1051DA84137E}" presName="sibTrans" presStyleCnt="0"/>
      <dgm:spPr/>
    </dgm:pt>
    <dgm:pt modelId="{097DB36D-7493-4A62-BA6E-4CB87C764DF7}" type="pres">
      <dgm:prSet presAssocID="{74CCBEC5-D4EA-4385-BA96-F7718ED08470}" presName="compNode" presStyleCnt="0"/>
      <dgm:spPr/>
    </dgm:pt>
    <dgm:pt modelId="{FA19D8E7-B420-49A1-BCD3-0EAB9D79F895}" type="pres">
      <dgm:prSet presAssocID="{74CCBEC5-D4EA-4385-BA96-F7718ED0847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71304BF7-9D07-4CE8-B614-8C61CB753AFE}" type="pres">
      <dgm:prSet presAssocID="{74CCBEC5-D4EA-4385-BA96-F7718ED08470}" presName="spaceRect" presStyleCnt="0"/>
      <dgm:spPr/>
    </dgm:pt>
    <dgm:pt modelId="{9F4ACE21-C2A3-4AA5-A1BC-AE9C5A286AF3}" type="pres">
      <dgm:prSet presAssocID="{74CCBEC5-D4EA-4385-BA96-F7718ED0847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281430E-5B65-491E-8490-2CC97836B5D8}" srcId="{0FE546DF-F1F7-4181-B840-E3BCEE9F78A5}" destId="{EBCDF7E1-782F-43D4-A788-2A0345F9B37E}" srcOrd="0" destOrd="0" parTransId="{1F15DDD9-407D-45FF-AF3E-240D5E9FC1D2}" sibTransId="{5BE756E5-2F80-4B40-8A80-949D9B7E50C1}"/>
    <dgm:cxn modelId="{676EB126-1735-4060-99D6-0E9BB88B8975}" srcId="{0FE546DF-F1F7-4181-B840-E3BCEE9F78A5}" destId="{229F6DE4-736A-456A-A503-0E5CFDC1DABD}" srcOrd="4" destOrd="0" parTransId="{A53A7DB9-1364-4492-B38D-93A3DDDCEE47}" sibTransId="{453187F0-A55D-4F0A-97AD-1051DA84137E}"/>
    <dgm:cxn modelId="{E751062A-0B5F-4155-A1E3-22E070B0138F}" type="presOf" srcId="{DF274005-B8C0-483C-87B5-704D375B5657}" destId="{3CE7AD40-E76E-47AC-9BFA-B95A7EFE4C66}" srcOrd="0" destOrd="0" presId="urn:microsoft.com/office/officeart/2018/2/layout/IconLabelList"/>
    <dgm:cxn modelId="{CB85496D-984B-4FA7-B7FF-18802FF3388A}" type="presOf" srcId="{229F6DE4-736A-456A-A503-0E5CFDC1DABD}" destId="{7328FA03-0CDC-4B8C-AE9A-51ED8D9E377C}" srcOrd="0" destOrd="0" presId="urn:microsoft.com/office/officeart/2018/2/layout/IconLabelList"/>
    <dgm:cxn modelId="{B5662274-106B-4FCE-8D62-11B84DEE0189}" type="presOf" srcId="{0FE546DF-F1F7-4181-B840-E3BCEE9F78A5}" destId="{56D1F560-A9E6-4297-988E-18FA76088A72}" srcOrd="0" destOrd="0" presId="urn:microsoft.com/office/officeart/2018/2/layout/IconLabelList"/>
    <dgm:cxn modelId="{03BE5556-1E43-41C2-9A8A-A4DC59A50687}" type="presOf" srcId="{EBCDF7E1-782F-43D4-A788-2A0345F9B37E}" destId="{4218D253-0807-444F-9FA3-EE7405D0F3B3}" srcOrd="0" destOrd="0" presId="urn:microsoft.com/office/officeart/2018/2/layout/IconLabelList"/>
    <dgm:cxn modelId="{19AA8485-B810-4D72-A367-32937D99CB84}" srcId="{0FE546DF-F1F7-4181-B840-E3BCEE9F78A5}" destId="{4DD5FF79-A48C-40C0-9D38-F786E632C607}" srcOrd="3" destOrd="0" parTransId="{94A3D01F-4A65-4D68-96EB-4E0C365B6C64}" sibTransId="{9C7FA652-45AD-4D72-82CE-91AF7AFD7F78}"/>
    <dgm:cxn modelId="{E65E1E8F-BBE5-486B-BC1E-C50F3B4498EA}" type="presOf" srcId="{4DD5FF79-A48C-40C0-9D38-F786E632C607}" destId="{D7FCA22E-818E-4AD5-888D-E31A43A3E696}" srcOrd="0" destOrd="0" presId="urn:microsoft.com/office/officeart/2018/2/layout/IconLabelList"/>
    <dgm:cxn modelId="{BCB07FA4-1E45-46EA-94E7-943EA751F4A6}" type="presOf" srcId="{0D561381-7B3F-42C7-9906-ABA1D45F7416}" destId="{C5FEA246-C686-451B-B9EE-C92923B15207}" srcOrd="0" destOrd="0" presId="urn:microsoft.com/office/officeart/2018/2/layout/IconLabelList"/>
    <dgm:cxn modelId="{24FB8EAC-A624-4709-8132-F7D6AA27689A}" srcId="{0FE546DF-F1F7-4181-B840-E3BCEE9F78A5}" destId="{74CCBEC5-D4EA-4385-BA96-F7718ED08470}" srcOrd="5" destOrd="0" parTransId="{6FE9B986-2968-4A4B-85E4-0896B5D1BE2D}" sibTransId="{0FC94041-91E0-4F55-A4E8-B326496A1BC8}"/>
    <dgm:cxn modelId="{240292B6-8C8C-4294-97DB-44B196AF7C32}" srcId="{0FE546DF-F1F7-4181-B840-E3BCEE9F78A5}" destId="{0D561381-7B3F-42C7-9906-ABA1D45F7416}" srcOrd="1" destOrd="0" parTransId="{EB6B0BB2-C2AB-47BB-8B82-8D1396A5F0D1}" sibTransId="{2078137C-9A74-429B-836E-9CB97E46DAF6}"/>
    <dgm:cxn modelId="{F71356DF-6AA7-4961-B280-C047087A11AE}" srcId="{0FE546DF-F1F7-4181-B840-E3BCEE9F78A5}" destId="{DF274005-B8C0-483C-87B5-704D375B5657}" srcOrd="2" destOrd="0" parTransId="{6E656968-0884-4505-83D5-31BF35DF2588}" sibTransId="{062D41ED-1843-4856-8807-96CD38C1370D}"/>
    <dgm:cxn modelId="{852029FF-A332-4E72-B3B5-DD9B2BA857BE}" type="presOf" srcId="{74CCBEC5-D4EA-4385-BA96-F7718ED08470}" destId="{9F4ACE21-C2A3-4AA5-A1BC-AE9C5A286AF3}" srcOrd="0" destOrd="0" presId="urn:microsoft.com/office/officeart/2018/2/layout/IconLabelList"/>
    <dgm:cxn modelId="{51D1480E-6239-4FA7-A63B-FD3A01F91284}" type="presParOf" srcId="{56D1F560-A9E6-4297-988E-18FA76088A72}" destId="{3B95AB20-900F-463D-A51C-A78BF51DE722}" srcOrd="0" destOrd="0" presId="urn:microsoft.com/office/officeart/2018/2/layout/IconLabelList"/>
    <dgm:cxn modelId="{E4263147-F0F9-4D8A-841D-10F104A6E98C}" type="presParOf" srcId="{3B95AB20-900F-463D-A51C-A78BF51DE722}" destId="{19E7A2B3-810C-4AFA-AFA2-B45313977322}" srcOrd="0" destOrd="0" presId="urn:microsoft.com/office/officeart/2018/2/layout/IconLabelList"/>
    <dgm:cxn modelId="{7E8A7CCD-5CA3-4202-B262-678CA4454FBE}" type="presParOf" srcId="{3B95AB20-900F-463D-A51C-A78BF51DE722}" destId="{A13BB165-42B3-4892-B4BE-B9C058B0372F}" srcOrd="1" destOrd="0" presId="urn:microsoft.com/office/officeart/2018/2/layout/IconLabelList"/>
    <dgm:cxn modelId="{793AAA0B-5F05-451C-B9C9-E04F54B3F6E8}" type="presParOf" srcId="{3B95AB20-900F-463D-A51C-A78BF51DE722}" destId="{4218D253-0807-444F-9FA3-EE7405D0F3B3}" srcOrd="2" destOrd="0" presId="urn:microsoft.com/office/officeart/2018/2/layout/IconLabelList"/>
    <dgm:cxn modelId="{B8885FB1-0DEE-4F73-A63A-C70C8FC2DC6C}" type="presParOf" srcId="{56D1F560-A9E6-4297-988E-18FA76088A72}" destId="{34499BAF-AFBA-48DE-BC24-08A104AC4F86}" srcOrd="1" destOrd="0" presId="urn:microsoft.com/office/officeart/2018/2/layout/IconLabelList"/>
    <dgm:cxn modelId="{7AD3D59A-9254-471F-A635-6315C076B48D}" type="presParOf" srcId="{56D1F560-A9E6-4297-988E-18FA76088A72}" destId="{96BDC941-1E30-452F-9B5B-C73A5B139AE4}" srcOrd="2" destOrd="0" presId="urn:microsoft.com/office/officeart/2018/2/layout/IconLabelList"/>
    <dgm:cxn modelId="{AC91D61F-FEC5-4DE2-AB51-58669CE7CD78}" type="presParOf" srcId="{96BDC941-1E30-452F-9B5B-C73A5B139AE4}" destId="{B1EE48B2-010C-464D-BA14-EE72B2151B5C}" srcOrd="0" destOrd="0" presId="urn:microsoft.com/office/officeart/2018/2/layout/IconLabelList"/>
    <dgm:cxn modelId="{14F7F5B4-5604-4FB9-8C57-86299559F983}" type="presParOf" srcId="{96BDC941-1E30-452F-9B5B-C73A5B139AE4}" destId="{CB7A38A5-16A1-41F9-BB59-298420118DEA}" srcOrd="1" destOrd="0" presId="urn:microsoft.com/office/officeart/2018/2/layout/IconLabelList"/>
    <dgm:cxn modelId="{6E2107BD-0D80-4BF4-A83C-C233FBCF86EF}" type="presParOf" srcId="{96BDC941-1E30-452F-9B5B-C73A5B139AE4}" destId="{C5FEA246-C686-451B-B9EE-C92923B15207}" srcOrd="2" destOrd="0" presId="urn:microsoft.com/office/officeart/2018/2/layout/IconLabelList"/>
    <dgm:cxn modelId="{344A1DD5-8DFB-4244-B687-495A573E6E2A}" type="presParOf" srcId="{56D1F560-A9E6-4297-988E-18FA76088A72}" destId="{7C429A5D-B010-4493-B9E4-86476814687B}" srcOrd="3" destOrd="0" presId="urn:microsoft.com/office/officeart/2018/2/layout/IconLabelList"/>
    <dgm:cxn modelId="{DEDE4D4D-FEA5-4F3B-BC5F-6B5C406CBD0B}" type="presParOf" srcId="{56D1F560-A9E6-4297-988E-18FA76088A72}" destId="{13B27F3F-6F3A-4FD1-8C33-4A13794DB924}" srcOrd="4" destOrd="0" presId="urn:microsoft.com/office/officeart/2018/2/layout/IconLabelList"/>
    <dgm:cxn modelId="{9ECBBE3B-0BA0-4475-AA56-8D6469955AAA}" type="presParOf" srcId="{13B27F3F-6F3A-4FD1-8C33-4A13794DB924}" destId="{ED28F2B4-8A7F-47B6-8EBD-375DBF76BDAB}" srcOrd="0" destOrd="0" presId="urn:microsoft.com/office/officeart/2018/2/layout/IconLabelList"/>
    <dgm:cxn modelId="{A20CA5A3-7EB6-45A2-9FBE-19D8C0539220}" type="presParOf" srcId="{13B27F3F-6F3A-4FD1-8C33-4A13794DB924}" destId="{6A7A16FA-F394-4278-A239-5572A70A5F34}" srcOrd="1" destOrd="0" presId="urn:microsoft.com/office/officeart/2018/2/layout/IconLabelList"/>
    <dgm:cxn modelId="{82E47E61-4A9A-4DC9-B38D-BCF84CB54EB5}" type="presParOf" srcId="{13B27F3F-6F3A-4FD1-8C33-4A13794DB924}" destId="{3CE7AD40-E76E-47AC-9BFA-B95A7EFE4C66}" srcOrd="2" destOrd="0" presId="urn:microsoft.com/office/officeart/2018/2/layout/IconLabelList"/>
    <dgm:cxn modelId="{E58FF7B5-A494-4489-844F-E14C9AD00002}" type="presParOf" srcId="{56D1F560-A9E6-4297-988E-18FA76088A72}" destId="{0133566D-4382-4138-85AB-51FF909B5D6D}" srcOrd="5" destOrd="0" presId="urn:microsoft.com/office/officeart/2018/2/layout/IconLabelList"/>
    <dgm:cxn modelId="{9C96A3F2-9972-4FF5-89A1-1819BD4F6237}" type="presParOf" srcId="{56D1F560-A9E6-4297-988E-18FA76088A72}" destId="{9A0823C7-BB6D-443D-88BD-F775F8B8313A}" srcOrd="6" destOrd="0" presId="urn:microsoft.com/office/officeart/2018/2/layout/IconLabelList"/>
    <dgm:cxn modelId="{52EC2744-F857-4CF4-A179-FD7C68DDB382}" type="presParOf" srcId="{9A0823C7-BB6D-443D-88BD-F775F8B8313A}" destId="{F6059EAD-BD0A-411B-B055-D52CBD5AE565}" srcOrd="0" destOrd="0" presId="urn:microsoft.com/office/officeart/2018/2/layout/IconLabelList"/>
    <dgm:cxn modelId="{AB88C141-93FA-4289-916D-5AB097C6CBB4}" type="presParOf" srcId="{9A0823C7-BB6D-443D-88BD-F775F8B8313A}" destId="{EA52FF40-8BAF-4A18-BC88-1B4D506EE400}" srcOrd="1" destOrd="0" presId="urn:microsoft.com/office/officeart/2018/2/layout/IconLabelList"/>
    <dgm:cxn modelId="{890442FA-FB28-490A-84EF-2C24D1C93298}" type="presParOf" srcId="{9A0823C7-BB6D-443D-88BD-F775F8B8313A}" destId="{D7FCA22E-818E-4AD5-888D-E31A43A3E696}" srcOrd="2" destOrd="0" presId="urn:microsoft.com/office/officeart/2018/2/layout/IconLabelList"/>
    <dgm:cxn modelId="{D89883BF-BAD1-4333-9ACA-273B707FF401}" type="presParOf" srcId="{56D1F560-A9E6-4297-988E-18FA76088A72}" destId="{94133174-43DF-443F-8111-1089F0841BF5}" srcOrd="7" destOrd="0" presId="urn:microsoft.com/office/officeart/2018/2/layout/IconLabelList"/>
    <dgm:cxn modelId="{C4E61E78-D35C-4EDA-B86A-1780EE80C542}" type="presParOf" srcId="{56D1F560-A9E6-4297-988E-18FA76088A72}" destId="{4F86D224-FB59-4072-8FE3-EC8698A44819}" srcOrd="8" destOrd="0" presId="urn:microsoft.com/office/officeart/2018/2/layout/IconLabelList"/>
    <dgm:cxn modelId="{AD422381-3545-474E-91BC-F2CC17A10DEC}" type="presParOf" srcId="{4F86D224-FB59-4072-8FE3-EC8698A44819}" destId="{045E1C43-3E1C-4CE5-B4CB-67A1022EE455}" srcOrd="0" destOrd="0" presId="urn:microsoft.com/office/officeart/2018/2/layout/IconLabelList"/>
    <dgm:cxn modelId="{451B2CB4-C539-43FF-A822-31335521EAFF}" type="presParOf" srcId="{4F86D224-FB59-4072-8FE3-EC8698A44819}" destId="{0B43A866-7F78-41D1-BF41-C4F61D17655D}" srcOrd="1" destOrd="0" presId="urn:microsoft.com/office/officeart/2018/2/layout/IconLabelList"/>
    <dgm:cxn modelId="{04DDB77F-D063-435E-969E-EFE8E5FF1592}" type="presParOf" srcId="{4F86D224-FB59-4072-8FE3-EC8698A44819}" destId="{7328FA03-0CDC-4B8C-AE9A-51ED8D9E377C}" srcOrd="2" destOrd="0" presId="urn:microsoft.com/office/officeart/2018/2/layout/IconLabelList"/>
    <dgm:cxn modelId="{793065AE-9743-429C-88F3-CECDFDEE90F8}" type="presParOf" srcId="{56D1F560-A9E6-4297-988E-18FA76088A72}" destId="{10F5A9E3-6E9F-4F1C-B8CB-D51C94A65697}" srcOrd="9" destOrd="0" presId="urn:microsoft.com/office/officeart/2018/2/layout/IconLabelList"/>
    <dgm:cxn modelId="{3FBF8A6E-2567-4DCB-B084-D525876AA784}" type="presParOf" srcId="{56D1F560-A9E6-4297-988E-18FA76088A72}" destId="{097DB36D-7493-4A62-BA6E-4CB87C764DF7}" srcOrd="10" destOrd="0" presId="urn:microsoft.com/office/officeart/2018/2/layout/IconLabelList"/>
    <dgm:cxn modelId="{D53451A5-0584-4DAC-8EC2-4493E57453B6}" type="presParOf" srcId="{097DB36D-7493-4A62-BA6E-4CB87C764DF7}" destId="{FA19D8E7-B420-49A1-BCD3-0EAB9D79F895}" srcOrd="0" destOrd="0" presId="urn:microsoft.com/office/officeart/2018/2/layout/IconLabelList"/>
    <dgm:cxn modelId="{2F922AFA-972B-45D4-927C-E4458B5820DD}" type="presParOf" srcId="{097DB36D-7493-4A62-BA6E-4CB87C764DF7}" destId="{71304BF7-9D07-4CE8-B614-8C61CB753AFE}" srcOrd="1" destOrd="0" presId="urn:microsoft.com/office/officeart/2018/2/layout/IconLabelList"/>
    <dgm:cxn modelId="{B245B96D-AF0F-4B3A-AE5C-AF091BAE2142}" type="presParOf" srcId="{097DB36D-7493-4A62-BA6E-4CB87C764DF7}" destId="{9F4ACE21-C2A3-4AA5-A1BC-AE9C5A286A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1B1658-2ADB-4F65-BBC2-534379DB98A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3874630-96C8-41E6-AB0B-B22314FA2E5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Número médio de jogadores</a:t>
          </a:r>
          <a:endParaRPr lang="en-US"/>
        </a:p>
      </dgm:t>
    </dgm:pt>
    <dgm:pt modelId="{C8AE8270-DF47-4A3D-8BB4-46C62ECB00DD}" type="parTrans" cxnId="{37937DFF-D0D7-40CD-BF39-6CC41545768D}">
      <dgm:prSet/>
      <dgm:spPr/>
      <dgm:t>
        <a:bodyPr/>
        <a:lstStyle/>
        <a:p>
          <a:endParaRPr lang="en-US"/>
        </a:p>
      </dgm:t>
    </dgm:pt>
    <dgm:pt modelId="{9C9C9FCE-2816-4D9C-9E58-413D1F6BA090}" type="sibTrans" cxnId="{37937DFF-D0D7-40CD-BF39-6CC41545768D}">
      <dgm:prSet/>
      <dgm:spPr/>
      <dgm:t>
        <a:bodyPr/>
        <a:lstStyle/>
        <a:p>
          <a:endParaRPr lang="en-US"/>
        </a:p>
      </dgm:t>
    </dgm:pt>
    <dgm:pt modelId="{8FDE7EDC-1AE6-4A90-81AA-FBC844FE28D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Seguidores</a:t>
          </a:r>
          <a:endParaRPr lang="en-US"/>
        </a:p>
      </dgm:t>
    </dgm:pt>
    <dgm:pt modelId="{EB9C5F20-DFA2-44B6-A3BD-0351C7B17346}" type="parTrans" cxnId="{3A8F5442-FC68-4A94-B341-9462E7DAD02D}">
      <dgm:prSet/>
      <dgm:spPr/>
      <dgm:t>
        <a:bodyPr/>
        <a:lstStyle/>
        <a:p>
          <a:endParaRPr lang="en-US"/>
        </a:p>
      </dgm:t>
    </dgm:pt>
    <dgm:pt modelId="{F2FE6BB7-43DF-4594-84C1-9E29B89B3C23}" type="sibTrans" cxnId="{3A8F5442-FC68-4A94-B341-9462E7DAD02D}">
      <dgm:prSet/>
      <dgm:spPr/>
      <dgm:t>
        <a:bodyPr/>
        <a:lstStyle/>
        <a:p>
          <a:endParaRPr lang="en-US"/>
        </a:p>
      </dgm:t>
    </dgm:pt>
    <dgm:pt modelId="{F3C4C11A-DB3D-48EF-84E4-36B9044FAC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Avaliações positivas e negativas</a:t>
          </a:r>
          <a:endParaRPr lang="en-US"/>
        </a:p>
      </dgm:t>
    </dgm:pt>
    <dgm:pt modelId="{D8E02063-9F00-4E10-B06E-B5AC0476A9FC}" type="parTrans" cxnId="{7A18A856-1D2E-49DB-8B10-343F8FBE468C}">
      <dgm:prSet/>
      <dgm:spPr/>
      <dgm:t>
        <a:bodyPr/>
        <a:lstStyle/>
        <a:p>
          <a:endParaRPr lang="en-US"/>
        </a:p>
      </dgm:t>
    </dgm:pt>
    <dgm:pt modelId="{6EDAB43C-F8D0-496E-BD0C-D34CEDFE0FBA}" type="sibTrans" cxnId="{7A18A856-1D2E-49DB-8B10-343F8FBE468C}">
      <dgm:prSet/>
      <dgm:spPr/>
      <dgm:t>
        <a:bodyPr/>
        <a:lstStyle/>
        <a:p>
          <a:endParaRPr lang="en-US"/>
        </a:p>
      </dgm:t>
    </dgm:pt>
    <dgm:pt modelId="{593C0982-1F63-49A3-AC62-6B028404555F}" type="pres">
      <dgm:prSet presAssocID="{FB1B1658-2ADB-4F65-BBC2-534379DB98A2}" presName="root" presStyleCnt="0">
        <dgm:presLayoutVars>
          <dgm:dir/>
          <dgm:resizeHandles val="exact"/>
        </dgm:presLayoutVars>
      </dgm:prSet>
      <dgm:spPr/>
    </dgm:pt>
    <dgm:pt modelId="{E29B3FC5-A505-4F4F-B2C9-9E30686DC22E}" type="pres">
      <dgm:prSet presAssocID="{53874630-96C8-41E6-AB0B-B22314FA2E52}" presName="compNode" presStyleCnt="0"/>
      <dgm:spPr/>
    </dgm:pt>
    <dgm:pt modelId="{56B13A30-6AFE-4A1B-A665-5C9D245E9D49}" type="pres">
      <dgm:prSet presAssocID="{53874630-96C8-41E6-AB0B-B22314FA2E52}" presName="iconBgRect" presStyleLbl="bgShp" presStyleIdx="0" presStyleCnt="3"/>
      <dgm:spPr/>
    </dgm:pt>
    <dgm:pt modelId="{1C0052FB-62BD-49B5-B3A0-DEAEB762338D}" type="pres">
      <dgm:prSet presAssocID="{53874630-96C8-41E6-AB0B-B22314FA2E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03898F86-BF31-4273-98B9-FA773D9E6C73}" type="pres">
      <dgm:prSet presAssocID="{53874630-96C8-41E6-AB0B-B22314FA2E52}" presName="spaceRect" presStyleCnt="0"/>
      <dgm:spPr/>
    </dgm:pt>
    <dgm:pt modelId="{956874BB-C59E-4E04-A42D-0761261D63A6}" type="pres">
      <dgm:prSet presAssocID="{53874630-96C8-41E6-AB0B-B22314FA2E52}" presName="textRect" presStyleLbl="revTx" presStyleIdx="0" presStyleCnt="3">
        <dgm:presLayoutVars>
          <dgm:chMax val="1"/>
          <dgm:chPref val="1"/>
        </dgm:presLayoutVars>
      </dgm:prSet>
      <dgm:spPr/>
    </dgm:pt>
    <dgm:pt modelId="{4B900BFE-2CBA-4C43-B03F-99BA21E64F4A}" type="pres">
      <dgm:prSet presAssocID="{9C9C9FCE-2816-4D9C-9E58-413D1F6BA090}" presName="sibTrans" presStyleCnt="0"/>
      <dgm:spPr/>
    </dgm:pt>
    <dgm:pt modelId="{71CCBA4C-2C80-42ED-B5BE-F1FE8DE8CE8E}" type="pres">
      <dgm:prSet presAssocID="{8FDE7EDC-1AE6-4A90-81AA-FBC844FE28D8}" presName="compNode" presStyleCnt="0"/>
      <dgm:spPr/>
    </dgm:pt>
    <dgm:pt modelId="{A9D623DD-BEB6-47F8-8200-003936872AE1}" type="pres">
      <dgm:prSet presAssocID="{8FDE7EDC-1AE6-4A90-81AA-FBC844FE28D8}" presName="iconBgRect" presStyleLbl="bgShp" presStyleIdx="1" presStyleCnt="3"/>
      <dgm:spPr/>
    </dgm:pt>
    <dgm:pt modelId="{EBA80348-E875-41EF-BE00-5A40E943868F}" type="pres">
      <dgm:prSet presAssocID="{8FDE7EDC-1AE6-4A90-81AA-FBC844FE28D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exões"/>
        </a:ext>
      </dgm:extLst>
    </dgm:pt>
    <dgm:pt modelId="{0544EBD6-5732-4AAD-99A3-35A175E39D9F}" type="pres">
      <dgm:prSet presAssocID="{8FDE7EDC-1AE6-4A90-81AA-FBC844FE28D8}" presName="spaceRect" presStyleCnt="0"/>
      <dgm:spPr/>
    </dgm:pt>
    <dgm:pt modelId="{5047F82C-B34F-4EE1-9D48-950E23F3CF6F}" type="pres">
      <dgm:prSet presAssocID="{8FDE7EDC-1AE6-4A90-81AA-FBC844FE28D8}" presName="textRect" presStyleLbl="revTx" presStyleIdx="1" presStyleCnt="3">
        <dgm:presLayoutVars>
          <dgm:chMax val="1"/>
          <dgm:chPref val="1"/>
        </dgm:presLayoutVars>
      </dgm:prSet>
      <dgm:spPr/>
    </dgm:pt>
    <dgm:pt modelId="{97C2DB94-905E-48D8-AB9D-A7D187F24407}" type="pres">
      <dgm:prSet presAssocID="{F2FE6BB7-43DF-4594-84C1-9E29B89B3C23}" presName="sibTrans" presStyleCnt="0"/>
      <dgm:spPr/>
    </dgm:pt>
    <dgm:pt modelId="{46172C37-D5C6-4E76-AEFD-A0119FC0CF7F}" type="pres">
      <dgm:prSet presAssocID="{F3C4C11A-DB3D-48EF-84E4-36B9044FACB9}" presName="compNode" presStyleCnt="0"/>
      <dgm:spPr/>
    </dgm:pt>
    <dgm:pt modelId="{DD2F3319-373A-40CA-A3E8-550B0EE4CE9C}" type="pres">
      <dgm:prSet presAssocID="{F3C4C11A-DB3D-48EF-84E4-36B9044FACB9}" presName="iconBgRect" presStyleLbl="bgShp" presStyleIdx="2" presStyleCnt="3"/>
      <dgm:spPr/>
    </dgm:pt>
    <dgm:pt modelId="{827421BA-B2F8-42F8-8668-8A507894D84D}" type="pres">
      <dgm:prSet presAssocID="{F3C4C11A-DB3D-48EF-84E4-36B9044FAC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C4B48DC5-5AA0-4617-A54B-7500E4603C47}" type="pres">
      <dgm:prSet presAssocID="{F3C4C11A-DB3D-48EF-84E4-36B9044FACB9}" presName="spaceRect" presStyleCnt="0"/>
      <dgm:spPr/>
    </dgm:pt>
    <dgm:pt modelId="{E5FC04D7-FE45-4ECD-8FD4-A22CC2CD1A7C}" type="pres">
      <dgm:prSet presAssocID="{F3C4C11A-DB3D-48EF-84E4-36B9044FAC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BCDAD06-D07E-4E53-BCAE-C3B7CE500D95}" type="presOf" srcId="{53874630-96C8-41E6-AB0B-B22314FA2E52}" destId="{956874BB-C59E-4E04-A42D-0761261D63A6}" srcOrd="0" destOrd="0" presId="urn:microsoft.com/office/officeart/2018/5/layout/IconCircleLabelList"/>
    <dgm:cxn modelId="{0EB81508-9200-46C5-80A4-E4D4C2C5CE5F}" type="presOf" srcId="{FB1B1658-2ADB-4F65-BBC2-534379DB98A2}" destId="{593C0982-1F63-49A3-AC62-6B028404555F}" srcOrd="0" destOrd="0" presId="urn:microsoft.com/office/officeart/2018/5/layout/IconCircleLabelList"/>
    <dgm:cxn modelId="{C9A2D229-012A-4EC0-BB93-112FE1F1B7EC}" type="presOf" srcId="{F3C4C11A-DB3D-48EF-84E4-36B9044FACB9}" destId="{E5FC04D7-FE45-4ECD-8FD4-A22CC2CD1A7C}" srcOrd="0" destOrd="0" presId="urn:microsoft.com/office/officeart/2018/5/layout/IconCircleLabelList"/>
    <dgm:cxn modelId="{3A8F5442-FC68-4A94-B341-9462E7DAD02D}" srcId="{FB1B1658-2ADB-4F65-BBC2-534379DB98A2}" destId="{8FDE7EDC-1AE6-4A90-81AA-FBC844FE28D8}" srcOrd="1" destOrd="0" parTransId="{EB9C5F20-DFA2-44B6-A3BD-0351C7B17346}" sibTransId="{F2FE6BB7-43DF-4594-84C1-9E29B89B3C23}"/>
    <dgm:cxn modelId="{7A18A856-1D2E-49DB-8B10-343F8FBE468C}" srcId="{FB1B1658-2ADB-4F65-BBC2-534379DB98A2}" destId="{F3C4C11A-DB3D-48EF-84E4-36B9044FACB9}" srcOrd="2" destOrd="0" parTransId="{D8E02063-9F00-4E10-B06E-B5AC0476A9FC}" sibTransId="{6EDAB43C-F8D0-496E-BD0C-D34CEDFE0FBA}"/>
    <dgm:cxn modelId="{8B2577FC-3FE6-4D53-8CDA-0D2F5BF4735A}" type="presOf" srcId="{8FDE7EDC-1AE6-4A90-81AA-FBC844FE28D8}" destId="{5047F82C-B34F-4EE1-9D48-950E23F3CF6F}" srcOrd="0" destOrd="0" presId="urn:microsoft.com/office/officeart/2018/5/layout/IconCircleLabelList"/>
    <dgm:cxn modelId="{37937DFF-D0D7-40CD-BF39-6CC41545768D}" srcId="{FB1B1658-2ADB-4F65-BBC2-534379DB98A2}" destId="{53874630-96C8-41E6-AB0B-B22314FA2E52}" srcOrd="0" destOrd="0" parTransId="{C8AE8270-DF47-4A3D-8BB4-46C62ECB00DD}" sibTransId="{9C9C9FCE-2816-4D9C-9E58-413D1F6BA090}"/>
    <dgm:cxn modelId="{8A4FD3A4-BAA0-4181-9796-7938C53B0BC0}" type="presParOf" srcId="{593C0982-1F63-49A3-AC62-6B028404555F}" destId="{E29B3FC5-A505-4F4F-B2C9-9E30686DC22E}" srcOrd="0" destOrd="0" presId="urn:microsoft.com/office/officeart/2018/5/layout/IconCircleLabelList"/>
    <dgm:cxn modelId="{9A7FCDB2-905B-49B1-B717-DB23E8B945DA}" type="presParOf" srcId="{E29B3FC5-A505-4F4F-B2C9-9E30686DC22E}" destId="{56B13A30-6AFE-4A1B-A665-5C9D245E9D49}" srcOrd="0" destOrd="0" presId="urn:microsoft.com/office/officeart/2018/5/layout/IconCircleLabelList"/>
    <dgm:cxn modelId="{80273F2B-DC15-4BE2-8B3D-898E9E3939DE}" type="presParOf" srcId="{E29B3FC5-A505-4F4F-B2C9-9E30686DC22E}" destId="{1C0052FB-62BD-49B5-B3A0-DEAEB762338D}" srcOrd="1" destOrd="0" presId="urn:microsoft.com/office/officeart/2018/5/layout/IconCircleLabelList"/>
    <dgm:cxn modelId="{58F12343-7308-4FC0-9754-0BD08A55B147}" type="presParOf" srcId="{E29B3FC5-A505-4F4F-B2C9-9E30686DC22E}" destId="{03898F86-BF31-4273-98B9-FA773D9E6C73}" srcOrd="2" destOrd="0" presId="urn:microsoft.com/office/officeart/2018/5/layout/IconCircleLabelList"/>
    <dgm:cxn modelId="{53B62C45-4E1C-4BBB-9421-B5E6FA4CF499}" type="presParOf" srcId="{E29B3FC5-A505-4F4F-B2C9-9E30686DC22E}" destId="{956874BB-C59E-4E04-A42D-0761261D63A6}" srcOrd="3" destOrd="0" presId="urn:microsoft.com/office/officeart/2018/5/layout/IconCircleLabelList"/>
    <dgm:cxn modelId="{1DE0EE5E-DA16-4DD5-BC51-0971A6938CF2}" type="presParOf" srcId="{593C0982-1F63-49A3-AC62-6B028404555F}" destId="{4B900BFE-2CBA-4C43-B03F-99BA21E64F4A}" srcOrd="1" destOrd="0" presId="urn:microsoft.com/office/officeart/2018/5/layout/IconCircleLabelList"/>
    <dgm:cxn modelId="{55BBEEF8-5877-498D-8604-961A6AEB6A49}" type="presParOf" srcId="{593C0982-1F63-49A3-AC62-6B028404555F}" destId="{71CCBA4C-2C80-42ED-B5BE-F1FE8DE8CE8E}" srcOrd="2" destOrd="0" presId="urn:microsoft.com/office/officeart/2018/5/layout/IconCircleLabelList"/>
    <dgm:cxn modelId="{40E65B7D-2510-414B-8A56-10565C75CD1A}" type="presParOf" srcId="{71CCBA4C-2C80-42ED-B5BE-F1FE8DE8CE8E}" destId="{A9D623DD-BEB6-47F8-8200-003936872AE1}" srcOrd="0" destOrd="0" presId="urn:microsoft.com/office/officeart/2018/5/layout/IconCircleLabelList"/>
    <dgm:cxn modelId="{933E29CE-BFED-4E91-93A7-52967BEE4827}" type="presParOf" srcId="{71CCBA4C-2C80-42ED-B5BE-F1FE8DE8CE8E}" destId="{EBA80348-E875-41EF-BE00-5A40E943868F}" srcOrd="1" destOrd="0" presId="urn:microsoft.com/office/officeart/2018/5/layout/IconCircleLabelList"/>
    <dgm:cxn modelId="{29043359-AE97-4F7B-8B0C-4FEC8F683B44}" type="presParOf" srcId="{71CCBA4C-2C80-42ED-B5BE-F1FE8DE8CE8E}" destId="{0544EBD6-5732-4AAD-99A3-35A175E39D9F}" srcOrd="2" destOrd="0" presId="urn:microsoft.com/office/officeart/2018/5/layout/IconCircleLabelList"/>
    <dgm:cxn modelId="{C8EA4411-0702-4D91-ADF8-F1C95F80859E}" type="presParOf" srcId="{71CCBA4C-2C80-42ED-B5BE-F1FE8DE8CE8E}" destId="{5047F82C-B34F-4EE1-9D48-950E23F3CF6F}" srcOrd="3" destOrd="0" presId="urn:microsoft.com/office/officeart/2018/5/layout/IconCircleLabelList"/>
    <dgm:cxn modelId="{9F77E3BF-A417-429B-A758-0C9D5BF6F9B4}" type="presParOf" srcId="{593C0982-1F63-49A3-AC62-6B028404555F}" destId="{97C2DB94-905E-48D8-AB9D-A7D187F24407}" srcOrd="3" destOrd="0" presId="urn:microsoft.com/office/officeart/2018/5/layout/IconCircleLabelList"/>
    <dgm:cxn modelId="{98EF7151-1947-4D63-A36C-99A86908417D}" type="presParOf" srcId="{593C0982-1F63-49A3-AC62-6B028404555F}" destId="{46172C37-D5C6-4E76-AEFD-A0119FC0CF7F}" srcOrd="4" destOrd="0" presId="urn:microsoft.com/office/officeart/2018/5/layout/IconCircleLabelList"/>
    <dgm:cxn modelId="{49DDDE7B-A5CC-4991-9C9C-AA33AF0AB9D1}" type="presParOf" srcId="{46172C37-D5C6-4E76-AEFD-A0119FC0CF7F}" destId="{DD2F3319-373A-40CA-A3E8-550B0EE4CE9C}" srcOrd="0" destOrd="0" presId="urn:microsoft.com/office/officeart/2018/5/layout/IconCircleLabelList"/>
    <dgm:cxn modelId="{36A82786-A5A6-4DD6-B6B4-7903BC62B5D1}" type="presParOf" srcId="{46172C37-D5C6-4E76-AEFD-A0119FC0CF7F}" destId="{827421BA-B2F8-42F8-8668-8A507894D84D}" srcOrd="1" destOrd="0" presId="urn:microsoft.com/office/officeart/2018/5/layout/IconCircleLabelList"/>
    <dgm:cxn modelId="{26A22B96-4508-4400-A250-9AB1C7D0C7DC}" type="presParOf" srcId="{46172C37-D5C6-4E76-AEFD-A0119FC0CF7F}" destId="{C4B48DC5-5AA0-4617-A54B-7500E4603C47}" srcOrd="2" destOrd="0" presId="urn:microsoft.com/office/officeart/2018/5/layout/IconCircleLabelList"/>
    <dgm:cxn modelId="{DDC3AC7A-5D2B-4AE2-9396-45E68BF27645}" type="presParOf" srcId="{46172C37-D5C6-4E76-AEFD-A0119FC0CF7F}" destId="{E5FC04D7-FE45-4ECD-8FD4-A22CC2CD1A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1EEE76-B3CD-4954-814E-B59B6A301BF1}">
      <dsp:nvSpPr>
        <dsp:cNvPr id="0" name=""/>
        <dsp:cNvSpPr/>
      </dsp:nvSpPr>
      <dsp:spPr>
        <a:xfrm>
          <a:off x="428557" y="340900"/>
          <a:ext cx="700048" cy="700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372E0-70C1-4B3D-9B25-A0AE99F1E0AA}">
      <dsp:nvSpPr>
        <dsp:cNvPr id="0" name=""/>
        <dsp:cNvSpPr/>
      </dsp:nvSpPr>
      <dsp:spPr>
        <a:xfrm>
          <a:off x="750" y="1274311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Avaliar o sentimento </a:t>
          </a:r>
          <a:r>
            <a:rPr lang="pt-BR" sz="1100" b="1" kern="1200">
              <a:latin typeface="Grandview Display"/>
            </a:rPr>
            <a:t>dos</a:t>
          </a:r>
          <a:r>
            <a:rPr lang="pt-BR" sz="1100" b="1" kern="1200"/>
            <a:t> </a:t>
          </a:r>
          <a:r>
            <a:rPr lang="pt-BR" sz="1100" kern="1200">
              <a:latin typeface="Grandview Display"/>
            </a:rPr>
            <a:t>jogadores</a:t>
          </a:r>
          <a:r>
            <a:rPr lang="pt-BR" sz="1100" kern="1200"/>
            <a:t> antes e após cada atualização.</a:t>
          </a:r>
        </a:p>
      </dsp:txBody>
      <dsp:txXfrm>
        <a:off x="750" y="1274311"/>
        <a:ext cx="1555664" cy="622265"/>
      </dsp:txXfrm>
    </dsp:sp>
    <dsp:sp modelId="{CB71CC07-15F6-4907-BBC0-9A840B7324AF}">
      <dsp:nvSpPr>
        <dsp:cNvPr id="0" name=""/>
        <dsp:cNvSpPr/>
      </dsp:nvSpPr>
      <dsp:spPr>
        <a:xfrm>
          <a:off x="2256462" y="340900"/>
          <a:ext cx="700048" cy="700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0C92F-EF41-479A-BF8C-C7E5D777D8AC}">
      <dsp:nvSpPr>
        <dsp:cNvPr id="0" name=""/>
        <dsp:cNvSpPr/>
      </dsp:nvSpPr>
      <dsp:spPr>
        <a:xfrm>
          <a:off x="1828655" y="1274311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Identificar padrões temáticos nas </a:t>
          </a:r>
          <a:r>
            <a:rPr lang="pt-BR" sz="1100" b="1" kern="1200">
              <a:latin typeface="Grandview Display"/>
            </a:rPr>
            <a:t>atualizações</a:t>
          </a:r>
        </a:p>
      </dsp:txBody>
      <dsp:txXfrm>
        <a:off x="1828655" y="1274311"/>
        <a:ext cx="1555664" cy="622265"/>
      </dsp:txXfrm>
    </dsp:sp>
    <dsp:sp modelId="{60CBB8C0-95BC-4506-89FC-35AB60D280E8}">
      <dsp:nvSpPr>
        <dsp:cNvPr id="0" name=""/>
        <dsp:cNvSpPr/>
      </dsp:nvSpPr>
      <dsp:spPr>
        <a:xfrm>
          <a:off x="4084368" y="340900"/>
          <a:ext cx="700048" cy="700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B1922-FDB7-4D8E-BA7B-1C69BDD6E788}">
      <dsp:nvSpPr>
        <dsp:cNvPr id="0" name=""/>
        <dsp:cNvSpPr/>
      </dsp:nvSpPr>
      <dsp:spPr>
        <a:xfrm>
          <a:off x="3656560" y="1274311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latin typeface="Grandview Display"/>
            </a:rPr>
            <a:t>Investigar</a:t>
          </a:r>
          <a:r>
            <a:rPr lang="pt-BR" sz="1100" b="1" kern="1200"/>
            <a:t> a relação entre tipo de atualização e engajamento</a:t>
          </a:r>
          <a:r>
            <a:rPr lang="pt-BR" sz="1100" kern="1200"/>
            <a:t>, </a:t>
          </a:r>
        </a:p>
      </dsp:txBody>
      <dsp:txXfrm>
        <a:off x="3656560" y="1274311"/>
        <a:ext cx="1555664" cy="622265"/>
      </dsp:txXfrm>
    </dsp:sp>
    <dsp:sp modelId="{02E657D4-912C-49FC-9E46-CBF7B3E1F3B7}">
      <dsp:nvSpPr>
        <dsp:cNvPr id="0" name=""/>
        <dsp:cNvSpPr/>
      </dsp:nvSpPr>
      <dsp:spPr>
        <a:xfrm>
          <a:off x="5912273" y="340900"/>
          <a:ext cx="700048" cy="700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517F0-E21A-4606-930F-9DC5707706E0}">
      <dsp:nvSpPr>
        <dsp:cNvPr id="0" name=""/>
        <dsp:cNvSpPr/>
      </dsp:nvSpPr>
      <dsp:spPr>
        <a:xfrm>
          <a:off x="5484465" y="1274311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Comparar a reação dos jogadores entre diferentes gêneros de jogos</a:t>
          </a:r>
          <a:endParaRPr lang="pt-BR" sz="1100" kern="1200"/>
        </a:p>
      </dsp:txBody>
      <dsp:txXfrm>
        <a:off x="5484465" y="1274311"/>
        <a:ext cx="1555664" cy="6222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F4A5B-8F5D-4F53-A7D5-594CBA30ED18}">
      <dsp:nvSpPr>
        <dsp:cNvPr id="0" name=""/>
        <dsp:cNvSpPr/>
      </dsp:nvSpPr>
      <dsp:spPr>
        <a:xfrm>
          <a:off x="0" y="0"/>
          <a:ext cx="7979664" cy="6642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Etapa 1. Seleção dos Jogos </a:t>
          </a:r>
          <a:endParaRPr lang="en-US" sz="2300" kern="1200"/>
        </a:p>
      </dsp:txBody>
      <dsp:txXfrm>
        <a:off x="19456" y="19456"/>
        <a:ext cx="7185151" cy="625352"/>
      </dsp:txXfrm>
    </dsp:sp>
    <dsp:sp modelId="{50E146C6-E891-4084-A7F2-A67C7EA53B33}">
      <dsp:nvSpPr>
        <dsp:cNvPr id="0" name=""/>
        <dsp:cNvSpPr/>
      </dsp:nvSpPr>
      <dsp:spPr>
        <a:xfrm>
          <a:off x="595884" y="756523"/>
          <a:ext cx="7979664" cy="66426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Etapa  2. Coleta de Dados   </a:t>
          </a:r>
          <a:endParaRPr lang="en-US" sz="2300" kern="1200"/>
        </a:p>
      </dsp:txBody>
      <dsp:txXfrm>
        <a:off x="615340" y="775979"/>
        <a:ext cx="6913096" cy="625352"/>
      </dsp:txXfrm>
    </dsp:sp>
    <dsp:sp modelId="{F2DF9FCA-B019-4118-B452-1C2BBD8D3E88}">
      <dsp:nvSpPr>
        <dsp:cNvPr id="0" name=""/>
        <dsp:cNvSpPr/>
      </dsp:nvSpPr>
      <dsp:spPr>
        <a:xfrm>
          <a:off x="1191767" y="1513046"/>
          <a:ext cx="7979664" cy="66426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Etapa  3. Processamento e Classificação dos Dados </a:t>
          </a:r>
          <a:endParaRPr lang="en-US" sz="2300" kern="1200"/>
        </a:p>
      </dsp:txBody>
      <dsp:txXfrm>
        <a:off x="1211223" y="1532502"/>
        <a:ext cx="6913096" cy="625352"/>
      </dsp:txXfrm>
    </dsp:sp>
    <dsp:sp modelId="{72FA1B48-8A8B-4849-9097-6382422FE358}">
      <dsp:nvSpPr>
        <dsp:cNvPr id="0" name=""/>
        <dsp:cNvSpPr/>
      </dsp:nvSpPr>
      <dsp:spPr>
        <a:xfrm>
          <a:off x="1787652" y="2269569"/>
          <a:ext cx="7979664" cy="66426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Etapa  4. Análise Comparativa</a:t>
          </a:r>
          <a:r>
            <a:rPr lang="pt-BR" sz="2300" kern="1200">
              <a:latin typeface="Grandview Display"/>
            </a:rPr>
            <a:t> </a:t>
          </a:r>
          <a:r>
            <a:rPr lang="pt-BR" sz="2300" kern="1200"/>
            <a:t> </a:t>
          </a:r>
          <a:endParaRPr lang="en-US" sz="2300" kern="1200"/>
        </a:p>
      </dsp:txBody>
      <dsp:txXfrm>
        <a:off x="1807108" y="2289025"/>
        <a:ext cx="6913096" cy="625352"/>
      </dsp:txXfrm>
    </dsp:sp>
    <dsp:sp modelId="{C2768F14-2100-4408-AE6F-29A90B5D5831}">
      <dsp:nvSpPr>
        <dsp:cNvPr id="0" name=""/>
        <dsp:cNvSpPr/>
      </dsp:nvSpPr>
      <dsp:spPr>
        <a:xfrm>
          <a:off x="2383535" y="3026092"/>
          <a:ext cx="7979664" cy="66426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>
              <a:latin typeface="Grandview Display"/>
            </a:rPr>
            <a:t>Etapa 5. </a:t>
          </a:r>
          <a:r>
            <a:rPr lang="pt-BR" sz="2300" b="1" kern="1200"/>
            <a:t>Interpretação dos Resultados</a:t>
          </a:r>
        </a:p>
      </dsp:txBody>
      <dsp:txXfrm>
        <a:off x="2402991" y="3045548"/>
        <a:ext cx="6913096" cy="625352"/>
      </dsp:txXfrm>
    </dsp:sp>
    <dsp:sp modelId="{88D80AB5-D337-469D-A63C-AB8D23C3411C}">
      <dsp:nvSpPr>
        <dsp:cNvPr id="0" name=""/>
        <dsp:cNvSpPr/>
      </dsp:nvSpPr>
      <dsp:spPr>
        <a:xfrm>
          <a:off x="7547892" y="485281"/>
          <a:ext cx="431771" cy="4317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645040" y="485281"/>
        <a:ext cx="237475" cy="324908"/>
      </dsp:txXfrm>
    </dsp:sp>
    <dsp:sp modelId="{694D138B-45F7-4D31-8415-7168277ADF04}">
      <dsp:nvSpPr>
        <dsp:cNvPr id="0" name=""/>
        <dsp:cNvSpPr/>
      </dsp:nvSpPr>
      <dsp:spPr>
        <a:xfrm>
          <a:off x="8143776" y="1241805"/>
          <a:ext cx="431771" cy="4317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240924" y="1241805"/>
        <a:ext cx="237475" cy="324908"/>
      </dsp:txXfrm>
    </dsp:sp>
    <dsp:sp modelId="{B4D33290-265F-4D09-80D9-3AA2C745C329}">
      <dsp:nvSpPr>
        <dsp:cNvPr id="0" name=""/>
        <dsp:cNvSpPr/>
      </dsp:nvSpPr>
      <dsp:spPr>
        <a:xfrm>
          <a:off x="8739660" y="1987257"/>
          <a:ext cx="431771" cy="43177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836808" y="1987257"/>
        <a:ext cx="237475" cy="324908"/>
      </dsp:txXfrm>
    </dsp:sp>
    <dsp:sp modelId="{713E7E8C-B060-44BD-9A4D-9D76835735BD}">
      <dsp:nvSpPr>
        <dsp:cNvPr id="0" name=""/>
        <dsp:cNvSpPr/>
      </dsp:nvSpPr>
      <dsp:spPr>
        <a:xfrm>
          <a:off x="9335544" y="2751161"/>
          <a:ext cx="431771" cy="43177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432692" y="2751161"/>
        <a:ext cx="237475" cy="3249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7A2B3-810C-4AFA-AFA2-B45313977322}">
      <dsp:nvSpPr>
        <dsp:cNvPr id="0" name=""/>
        <dsp:cNvSpPr/>
      </dsp:nvSpPr>
      <dsp:spPr>
        <a:xfrm>
          <a:off x="2243087" y="213677"/>
          <a:ext cx="468281" cy="46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8D253-0807-444F-9FA3-EE7405D0F3B3}">
      <dsp:nvSpPr>
        <dsp:cNvPr id="0" name=""/>
        <dsp:cNvSpPr/>
      </dsp:nvSpPr>
      <dsp:spPr>
        <a:xfrm>
          <a:off x="1956915" y="838078"/>
          <a:ext cx="1040625" cy="41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i="1" kern="1200"/>
            <a:t>Action</a:t>
          </a:r>
          <a:r>
            <a:rPr lang="pt-BR" sz="1800" kern="1200"/>
            <a:t>, </a:t>
          </a:r>
          <a:endParaRPr lang="en-US" sz="1800" kern="1200"/>
        </a:p>
      </dsp:txBody>
      <dsp:txXfrm>
        <a:off x="1956915" y="838078"/>
        <a:ext cx="1040625" cy="416250"/>
      </dsp:txXfrm>
    </dsp:sp>
    <dsp:sp modelId="{B1EE48B2-010C-464D-BA14-EE72B2151B5C}">
      <dsp:nvSpPr>
        <dsp:cNvPr id="0" name=""/>
        <dsp:cNvSpPr/>
      </dsp:nvSpPr>
      <dsp:spPr>
        <a:xfrm>
          <a:off x="3465821" y="213677"/>
          <a:ext cx="468281" cy="46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EA246-C686-451B-B9EE-C92923B15207}">
      <dsp:nvSpPr>
        <dsp:cNvPr id="0" name=""/>
        <dsp:cNvSpPr/>
      </dsp:nvSpPr>
      <dsp:spPr>
        <a:xfrm>
          <a:off x="3179649" y="838078"/>
          <a:ext cx="1040625" cy="41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i="1" kern="1200"/>
            <a:t>Adventure</a:t>
          </a:r>
          <a:r>
            <a:rPr lang="pt-BR" sz="1800" kern="1200"/>
            <a:t>, </a:t>
          </a:r>
          <a:endParaRPr lang="en-US" sz="1800" kern="1200"/>
        </a:p>
      </dsp:txBody>
      <dsp:txXfrm>
        <a:off x="3179649" y="838078"/>
        <a:ext cx="1040625" cy="416250"/>
      </dsp:txXfrm>
    </dsp:sp>
    <dsp:sp modelId="{ED28F2B4-8A7F-47B6-8EBD-375DBF76BDAB}">
      <dsp:nvSpPr>
        <dsp:cNvPr id="0" name=""/>
        <dsp:cNvSpPr/>
      </dsp:nvSpPr>
      <dsp:spPr>
        <a:xfrm>
          <a:off x="4688556" y="213677"/>
          <a:ext cx="468281" cy="46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7AD40-E76E-47AC-9BFA-B95A7EFE4C66}">
      <dsp:nvSpPr>
        <dsp:cNvPr id="0" name=""/>
        <dsp:cNvSpPr/>
      </dsp:nvSpPr>
      <dsp:spPr>
        <a:xfrm>
          <a:off x="4402384" y="838078"/>
          <a:ext cx="1040625" cy="41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i="1" kern="1200"/>
            <a:t>Casual</a:t>
          </a:r>
          <a:r>
            <a:rPr lang="pt-BR" sz="1800" kern="1200"/>
            <a:t>, </a:t>
          </a:r>
          <a:endParaRPr lang="en-US" sz="1800" kern="1200"/>
        </a:p>
      </dsp:txBody>
      <dsp:txXfrm>
        <a:off x="4402384" y="838078"/>
        <a:ext cx="1040625" cy="416250"/>
      </dsp:txXfrm>
    </dsp:sp>
    <dsp:sp modelId="{F6059EAD-BD0A-411B-B055-D52CBD5AE565}">
      <dsp:nvSpPr>
        <dsp:cNvPr id="0" name=""/>
        <dsp:cNvSpPr/>
      </dsp:nvSpPr>
      <dsp:spPr>
        <a:xfrm>
          <a:off x="5911290" y="213677"/>
          <a:ext cx="468281" cy="4682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CA22E-818E-4AD5-888D-E31A43A3E696}">
      <dsp:nvSpPr>
        <dsp:cNvPr id="0" name=""/>
        <dsp:cNvSpPr/>
      </dsp:nvSpPr>
      <dsp:spPr>
        <a:xfrm>
          <a:off x="5625118" y="838078"/>
          <a:ext cx="1040625" cy="41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i="1" kern="1200"/>
            <a:t>Indie</a:t>
          </a:r>
          <a:r>
            <a:rPr lang="pt-BR" sz="1800" kern="1200"/>
            <a:t>, </a:t>
          </a:r>
          <a:endParaRPr lang="en-US" sz="1800" kern="1200"/>
        </a:p>
      </dsp:txBody>
      <dsp:txXfrm>
        <a:off x="5625118" y="838078"/>
        <a:ext cx="1040625" cy="416250"/>
      </dsp:txXfrm>
    </dsp:sp>
    <dsp:sp modelId="{045E1C43-3E1C-4CE5-B4CB-67A1022EE455}">
      <dsp:nvSpPr>
        <dsp:cNvPr id="0" name=""/>
        <dsp:cNvSpPr/>
      </dsp:nvSpPr>
      <dsp:spPr>
        <a:xfrm>
          <a:off x="7134024" y="213677"/>
          <a:ext cx="468281" cy="46828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28FA03-0CDC-4B8C-AE9A-51ED8D9E377C}">
      <dsp:nvSpPr>
        <dsp:cNvPr id="0" name=""/>
        <dsp:cNvSpPr/>
      </dsp:nvSpPr>
      <dsp:spPr>
        <a:xfrm>
          <a:off x="6847853" y="838078"/>
          <a:ext cx="1040625" cy="41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i="1" kern="1200"/>
            <a:t>Racing</a:t>
          </a:r>
          <a:endParaRPr lang="en-US" sz="1800" kern="1200"/>
        </a:p>
      </dsp:txBody>
      <dsp:txXfrm>
        <a:off x="6847853" y="838078"/>
        <a:ext cx="1040625" cy="416250"/>
      </dsp:txXfrm>
    </dsp:sp>
    <dsp:sp modelId="{FA19D8E7-B420-49A1-BCD3-0EAB9D79F895}">
      <dsp:nvSpPr>
        <dsp:cNvPr id="0" name=""/>
        <dsp:cNvSpPr/>
      </dsp:nvSpPr>
      <dsp:spPr>
        <a:xfrm>
          <a:off x="8356759" y="213677"/>
          <a:ext cx="468281" cy="46828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ACE21-C2A3-4AA5-A1BC-AE9C5A286AF3}">
      <dsp:nvSpPr>
        <dsp:cNvPr id="0" name=""/>
        <dsp:cNvSpPr/>
      </dsp:nvSpPr>
      <dsp:spPr>
        <a:xfrm>
          <a:off x="8070587" y="838078"/>
          <a:ext cx="1040625" cy="41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i="1" kern="1200"/>
            <a:t>Strategy</a:t>
          </a:r>
          <a:r>
            <a:rPr lang="pt-BR" sz="1800" kern="1200"/>
            <a:t>.</a:t>
          </a:r>
          <a:endParaRPr lang="en-US" sz="1800" kern="1200"/>
        </a:p>
      </dsp:txBody>
      <dsp:txXfrm>
        <a:off x="8070587" y="838078"/>
        <a:ext cx="1040625" cy="416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13A30-6AFE-4A1B-A665-5C9D245E9D49}">
      <dsp:nvSpPr>
        <dsp:cNvPr id="0" name=""/>
        <dsp:cNvSpPr/>
      </dsp:nvSpPr>
      <dsp:spPr>
        <a:xfrm>
          <a:off x="4542271" y="218"/>
          <a:ext cx="609046" cy="6090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0052FB-62BD-49B5-B3A0-DEAEB762338D}">
      <dsp:nvSpPr>
        <dsp:cNvPr id="0" name=""/>
        <dsp:cNvSpPr/>
      </dsp:nvSpPr>
      <dsp:spPr>
        <a:xfrm>
          <a:off x="4672068" y="130015"/>
          <a:ext cx="349453" cy="3494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6874BB-C59E-4E04-A42D-0761261D63A6}">
      <dsp:nvSpPr>
        <dsp:cNvPr id="0" name=""/>
        <dsp:cNvSpPr/>
      </dsp:nvSpPr>
      <dsp:spPr>
        <a:xfrm>
          <a:off x="4347576" y="798969"/>
          <a:ext cx="998437" cy="39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Número médio de jogadores</a:t>
          </a:r>
          <a:endParaRPr lang="en-US" sz="1100" kern="1200"/>
        </a:p>
      </dsp:txBody>
      <dsp:txXfrm>
        <a:off x="4347576" y="798969"/>
        <a:ext cx="998437" cy="399375"/>
      </dsp:txXfrm>
    </dsp:sp>
    <dsp:sp modelId="{A9D623DD-BEB6-47F8-8200-003936872AE1}">
      <dsp:nvSpPr>
        <dsp:cNvPr id="0" name=""/>
        <dsp:cNvSpPr/>
      </dsp:nvSpPr>
      <dsp:spPr>
        <a:xfrm>
          <a:off x="5715435" y="218"/>
          <a:ext cx="609046" cy="6090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A80348-E875-41EF-BE00-5A40E943868F}">
      <dsp:nvSpPr>
        <dsp:cNvPr id="0" name=""/>
        <dsp:cNvSpPr/>
      </dsp:nvSpPr>
      <dsp:spPr>
        <a:xfrm>
          <a:off x="5845232" y="130015"/>
          <a:ext cx="349453" cy="3494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7F82C-B34F-4EE1-9D48-950E23F3CF6F}">
      <dsp:nvSpPr>
        <dsp:cNvPr id="0" name=""/>
        <dsp:cNvSpPr/>
      </dsp:nvSpPr>
      <dsp:spPr>
        <a:xfrm>
          <a:off x="5520740" y="798969"/>
          <a:ext cx="998437" cy="39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Seguidores</a:t>
          </a:r>
          <a:endParaRPr lang="en-US" sz="1100" kern="1200"/>
        </a:p>
      </dsp:txBody>
      <dsp:txXfrm>
        <a:off x="5520740" y="798969"/>
        <a:ext cx="998437" cy="399375"/>
      </dsp:txXfrm>
    </dsp:sp>
    <dsp:sp modelId="{DD2F3319-373A-40CA-A3E8-550B0EE4CE9C}">
      <dsp:nvSpPr>
        <dsp:cNvPr id="0" name=""/>
        <dsp:cNvSpPr/>
      </dsp:nvSpPr>
      <dsp:spPr>
        <a:xfrm>
          <a:off x="6888599" y="218"/>
          <a:ext cx="609046" cy="6090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7421BA-B2F8-42F8-8668-8A507894D84D}">
      <dsp:nvSpPr>
        <dsp:cNvPr id="0" name=""/>
        <dsp:cNvSpPr/>
      </dsp:nvSpPr>
      <dsp:spPr>
        <a:xfrm>
          <a:off x="7018396" y="130015"/>
          <a:ext cx="349453" cy="3494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C04D7-FE45-4ECD-8FD4-A22CC2CD1A7C}">
      <dsp:nvSpPr>
        <dsp:cNvPr id="0" name=""/>
        <dsp:cNvSpPr/>
      </dsp:nvSpPr>
      <dsp:spPr>
        <a:xfrm>
          <a:off x="6693904" y="798969"/>
          <a:ext cx="998437" cy="39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Avaliações positivas e negativas</a:t>
          </a:r>
          <a:endParaRPr lang="en-US" sz="1100" kern="1200"/>
        </a:p>
      </dsp:txBody>
      <dsp:txXfrm>
        <a:off x="6693904" y="798969"/>
        <a:ext cx="998437" cy="399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0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7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0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3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4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73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6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700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037E93D-15DD-7901-DD20-D624C96D37C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721693D-9BAC-C0F2-4E40-C435A0ADAD1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D2E442-2C29-4FB0-82D1-1B623971AAB3}" type="datetime1">
              <a:rPr lang="en-US"/>
              <a:pPr lvl="0"/>
              <a:t>6/22/2025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FCFD8C-BB19-6041-2396-CB973090E6C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6CE710-55DE-1EB3-DE5B-55AA1B69D8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52BEE4-A547-49AF-ABF7-5D2BFDE91B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561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06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83" r:id="rId6"/>
    <p:sldLayoutId id="2147483879" r:id="rId7"/>
    <p:sldLayoutId id="2147483880" r:id="rId8"/>
    <p:sldLayoutId id="2147483881" r:id="rId9"/>
    <p:sldLayoutId id="2147483882" r:id="rId10"/>
    <p:sldLayoutId id="2147483884" r:id="rId11"/>
    <p:sldLayoutId id="2147483891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Gadgets em uma mesa">
            <a:extLst>
              <a:ext uri="{FF2B5EF4-FFF2-40B4-BE49-F238E27FC236}">
                <a16:creationId xmlns:a16="http://schemas.microsoft.com/office/drawing/2014/main" id="{CE2BB72A-3137-4B71-AD73-031CDE8166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990" r="9085" b="21825"/>
          <a:stretch/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F4131DB-A9E0-B4E7-50FC-BCAD3C511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10811891" cy="33558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Como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Atualizações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de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Jogos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Online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Influenciam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Sentimentos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e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Engajamento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dos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Jogadores</a:t>
            </a:r>
            <a:endParaRPr lang="pt-BR" sz="3800" err="1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CC72A3-71B8-0459-079B-36FC7040D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6632341" cy="11047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 b="1" cap="all" spc="300">
                <a:solidFill>
                  <a:srgbClr val="FFFFFF"/>
                </a:solidFill>
              </a:rPr>
              <a:t>Eduardo Brito, Lucas Machado, Mariana Alves, </a:t>
            </a:r>
            <a:r>
              <a:rPr lang="en-US" sz="1400" b="1" cap="all" spc="300">
                <a:solidFill>
                  <a:srgbClr val="FFFFFF"/>
                </a:solidFill>
                <a:ea typeface="+mn-lt"/>
                <a:cs typeface="+mn-lt"/>
              </a:rPr>
              <a:t>Nataniel Geraldo </a:t>
            </a:r>
            <a:r>
              <a:rPr lang="en-US" sz="1400" b="1" cap="all" spc="300">
                <a:solidFill>
                  <a:srgbClr val="FFFFFF"/>
                </a:solidFill>
              </a:rPr>
              <a:t>, Pedro Motta e Victor Lion</a:t>
            </a:r>
            <a:endParaRPr lang="pt-BR" sz="1400" b="1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404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FF02D-ECC1-176F-8A2B-3CAD0B6B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245E17-5D5B-3DC3-CE8A-3A8786695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07" y="1094509"/>
            <a:ext cx="5769033" cy="62622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pt-BR" sz="3400">
                <a:ea typeface="+mj-lt"/>
                <a:cs typeface="+mj-lt"/>
              </a:rPr>
              <a:t>Contexto do problema </a:t>
            </a:r>
            <a:endParaRPr lang="pt-BR" sz="3400" b="0">
              <a:ea typeface="+mj-lt"/>
              <a:cs typeface="+mj-lt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Gadgets em uma mesa">
            <a:extLst>
              <a:ext uri="{FF2B5EF4-FFF2-40B4-BE49-F238E27FC236}">
                <a16:creationId xmlns:a16="http://schemas.microsoft.com/office/drawing/2014/main" id="{7915CCF8-2DC4-7A88-6D14-05CA629C49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13" r="38688" b="4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33F9FB-B30D-6536-0A43-BBFD67118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755" y="1719072"/>
            <a:ext cx="6973490" cy="49100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>
                <a:ea typeface="+mn-lt"/>
                <a:cs typeface="+mn-lt"/>
              </a:rPr>
              <a:t>Jogos digitais online dependem de atualizações constantes para corrigir bugs, introduzir novos conteúdos e manter o interesse dos jogadores.</a:t>
            </a:r>
            <a:endParaRPr lang="pt-BR"/>
          </a:p>
          <a:p>
            <a:pPr marL="0" indent="0" algn="just">
              <a:buNone/>
            </a:pPr>
            <a:r>
              <a:rPr lang="pt-BR">
                <a:ea typeface="+mn-lt"/>
                <a:cs typeface="+mn-lt"/>
              </a:rPr>
              <a:t>Essas atualizações impactam diretamente o engajamento, o sentimento e a avaliação dos usuários.</a:t>
            </a:r>
          </a:p>
          <a:p>
            <a:pPr marL="0" indent="0" algn="just">
              <a:buNone/>
            </a:pPr>
            <a:r>
              <a:rPr lang="pt-BR">
                <a:ea typeface="+mn-lt"/>
                <a:cs typeface="+mn-lt"/>
              </a:rPr>
              <a:t>Apesar da importância prática, ainda há poucos estudos que cruzam dados técnicos (patches) com reação da comunidade em múltiplos gêneros de jogos.</a:t>
            </a:r>
            <a:endParaRPr lang="pt-BR"/>
          </a:p>
          <a:p>
            <a:pPr marL="0" indent="0" algn="just">
              <a:buNone/>
            </a:pPr>
            <a:r>
              <a:rPr lang="pt-BR">
                <a:ea typeface="+mn-lt"/>
                <a:cs typeface="+mn-lt"/>
              </a:rPr>
              <a:t>Desenvolvedores precisam de métricas e padrões confiáveis para planejar atualizações que melhorem a recepção do público.</a:t>
            </a:r>
          </a:p>
          <a:p>
            <a:pPr marL="0" indent="0" algn="just">
              <a:buNone/>
            </a:pPr>
            <a:endParaRPr lang="pt-BR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043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A6E59-236F-8EB4-FFE3-68E099A7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FA8811-8A66-21D8-CC9E-2E7825A3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5701" y="1320800"/>
            <a:ext cx="6034187" cy="7924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pt-BR" sz="3400">
                <a:ea typeface="+mj-lt"/>
                <a:cs typeface="+mj-lt"/>
              </a:rPr>
              <a:t>Objetivo Geral</a:t>
            </a:r>
            <a:endParaRPr lang="pt-BR" sz="3400" b="0">
              <a:ea typeface="+mj-lt"/>
              <a:cs typeface="+mj-lt"/>
            </a:endParaRPr>
          </a:p>
        </p:txBody>
      </p:sp>
      <p:pic>
        <p:nvPicPr>
          <p:cNvPr id="52" name="Picture 51" descr="Alfinetes coloridos vinculados por linhas">
            <a:extLst>
              <a:ext uri="{FF2B5EF4-FFF2-40B4-BE49-F238E27FC236}">
                <a16:creationId xmlns:a16="http://schemas.microsoft.com/office/drawing/2014/main" id="{16C62A5F-6265-E6AB-29AF-499C4AD875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91" r="22873" b="7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Conteúdo 24">
            <a:extLst>
              <a:ext uri="{FF2B5EF4-FFF2-40B4-BE49-F238E27FC236}">
                <a16:creationId xmlns:a16="http://schemas.microsoft.com/office/drawing/2014/main" id="{E416EA99-6B3A-9246-F553-7A77CD476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5701" y="2196356"/>
            <a:ext cx="6034187" cy="17952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pt-BR" sz="1800">
                <a:ea typeface="+mn-lt"/>
                <a:cs typeface="+mn-lt"/>
              </a:rPr>
              <a:t>Investigar como as atualizações de jogos online influenciam o comportamento dos jogadores, analisando indicadores como engajamento, avaliações e sentimento ao longo do tempo, a fim de identificar padrões e apoiar decisões sobre o planejamento de atualizações.</a:t>
            </a:r>
            <a:endParaRPr lang="pt-BR"/>
          </a:p>
        </p:txBody>
      </p:sp>
      <p:graphicFrame>
        <p:nvGraphicFramePr>
          <p:cNvPr id="4" name="Espaço Reservado para Conteúdo 2">
            <a:extLst>
              <a:ext uri="{FF2B5EF4-FFF2-40B4-BE49-F238E27FC236}">
                <a16:creationId xmlns:a16="http://schemas.microsoft.com/office/drawing/2014/main" id="{2673BB51-7787-EF37-00A2-932CA04507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6343381"/>
              </p:ext>
            </p:extLst>
          </p:nvPr>
        </p:nvGraphicFramePr>
        <p:xfrm>
          <a:off x="5019040" y="4619241"/>
          <a:ext cx="7040880" cy="2237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7" name="Título 1">
            <a:extLst>
              <a:ext uri="{FF2B5EF4-FFF2-40B4-BE49-F238E27FC236}">
                <a16:creationId xmlns:a16="http://schemas.microsoft.com/office/drawing/2014/main" id="{CE928A18-FCDD-B6F6-8957-D1BA49FFA542}"/>
              </a:ext>
            </a:extLst>
          </p:cNvPr>
          <p:cNvSpPr txBox="1">
            <a:spLocks/>
          </p:cNvSpPr>
          <p:nvPr/>
        </p:nvSpPr>
        <p:spPr>
          <a:xfrm>
            <a:off x="5425701" y="4419600"/>
            <a:ext cx="6034187" cy="3962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pt-BR" sz="2000">
                <a:ea typeface="+mj-lt"/>
                <a:cs typeface="+mj-lt"/>
              </a:rPr>
              <a:t>Objetivos específicos: </a:t>
            </a:r>
            <a:endParaRPr lang="pt-BR" sz="2000" b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704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104A-F502-F65E-06A9-8F22819E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50168"/>
            <a:ext cx="10890929" cy="766600"/>
          </a:xfrm>
        </p:spPr>
        <p:txBody>
          <a:bodyPr/>
          <a:lstStyle/>
          <a:p>
            <a:r>
              <a:rPr lang="pt-BR">
                <a:ea typeface="+mj-lt"/>
                <a:cs typeface="+mj-lt"/>
              </a:rPr>
              <a:t>Trabalhos Relacionados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54DEB-4068-C2EC-2649-DA537A17C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23850"/>
            <a:ext cx="10890928" cy="54927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800">
                <a:ea typeface="+mn-lt"/>
                <a:cs typeface="+mn-lt"/>
              </a:rPr>
              <a:t>Lu et al. (2020) – </a:t>
            </a:r>
            <a:r>
              <a:rPr lang="pt-BR" sz="1800" i="1">
                <a:ea typeface="+mn-lt"/>
                <a:cs typeface="+mn-lt"/>
              </a:rPr>
              <a:t>No Man’s Sky: Aplicaram LDA em reviews</a:t>
            </a:r>
            <a:r>
              <a:rPr lang="pt-BR" sz="1800">
                <a:ea typeface="+mn-lt"/>
                <a:cs typeface="+mn-lt"/>
              </a:rPr>
              <a:t> da Steam para analisar a percepção dos jogadores após atualizações. Inspira diretamente nossa metodologia de modelagem de tópicos para medir reações ao longo do tempo.</a:t>
            </a:r>
            <a:endParaRPr lang="pt-BR" sz="1800"/>
          </a:p>
          <a:p>
            <a:r>
              <a:rPr lang="pt-BR" sz="1800">
                <a:ea typeface="+mn-lt"/>
                <a:cs typeface="+mn-lt"/>
              </a:rPr>
              <a:t>Hu et al. (2023) – Jogos Cross-Platform na Steam: Identificaram reclamações recorrentes em </a:t>
            </a:r>
            <a:r>
              <a:rPr lang="pt-BR" sz="1800" i="1">
                <a:ea typeface="+mn-lt"/>
                <a:cs typeface="+mn-lt"/>
              </a:rPr>
              <a:t>reviews</a:t>
            </a:r>
            <a:r>
              <a:rPr lang="pt-BR" sz="1800">
                <a:ea typeface="+mn-lt"/>
                <a:cs typeface="+mn-lt"/>
              </a:rPr>
              <a:t> usando modelagem de tópicos. Reforça o uso de LDA sobre comentários da Steam como ferramenta eficaz para detectar padrões temáticos de insatisfação.</a:t>
            </a:r>
            <a:endParaRPr lang="pt-BR" sz="1800"/>
          </a:p>
          <a:p>
            <a:r>
              <a:rPr lang="pt-BR" sz="1800">
                <a:ea typeface="+mn-lt"/>
                <a:cs typeface="+mn-lt"/>
              </a:rPr>
              <a:t>Hassan et al. (2020) – </a:t>
            </a:r>
            <a:r>
              <a:rPr lang="pt-BR" sz="1800" i="1">
                <a:ea typeface="+mn-lt"/>
                <a:cs typeface="+mn-lt"/>
              </a:rPr>
              <a:t>Bad Updates</a:t>
            </a:r>
            <a:r>
              <a:rPr lang="pt-BR" sz="1800">
                <a:ea typeface="+mn-lt"/>
                <a:cs typeface="+mn-lt"/>
              </a:rPr>
              <a:t> na Google Play StoreAnalisaram 26 mil atualizações para identificar causas de feedbacks negativos. Mostra como atualizações específicas podem prejudicar a recepção do produto, algo que buscamos evitar identificando padrões positivos.</a:t>
            </a:r>
            <a:endParaRPr lang="pt-BR" sz="1800"/>
          </a:p>
          <a:p>
            <a:r>
              <a:rPr lang="pt-BR" sz="1800">
                <a:ea typeface="+mn-lt"/>
                <a:cs typeface="+mn-lt"/>
              </a:rPr>
              <a:t>Martin et al. (2016) – </a:t>
            </a:r>
            <a:r>
              <a:rPr lang="pt-BR" sz="1800" i="1">
                <a:ea typeface="+mn-lt"/>
                <a:cs typeface="+mn-lt"/>
              </a:rPr>
              <a:t>Causal Impact</a:t>
            </a:r>
            <a:r>
              <a:rPr lang="pt-BR" sz="1800">
                <a:ea typeface="+mn-lt"/>
                <a:cs typeface="+mn-lt"/>
              </a:rPr>
              <a:t> em apps Android: Aplicaram análise de impacto causal para medir efeito de atualizações nas avaliações dos apps. Aponta caminhos quantitativos para medir variação em engajamento e sentimento pós-atualização.</a:t>
            </a:r>
            <a:endParaRPr lang="pt-BR" sz="1800"/>
          </a:p>
          <a:p>
            <a:r>
              <a:rPr lang="pt-BR" sz="1800">
                <a:ea typeface="+mn-lt"/>
                <a:cs typeface="+mn-lt"/>
              </a:rPr>
              <a:t>Claypool et al. (2017) – </a:t>
            </a:r>
            <a:r>
              <a:rPr lang="pt-BR" sz="1800" i="1">
                <a:ea typeface="+mn-lt"/>
                <a:cs typeface="+mn-lt"/>
              </a:rPr>
              <a:t>League of Legends: Relacionaram mudanças de gameplay com estatísticas de jogadores (vitórias, escolhas de personagens). </a:t>
            </a:r>
            <a:r>
              <a:rPr lang="pt-BR" sz="1800">
                <a:ea typeface="+mn-lt"/>
                <a:cs typeface="+mn-lt"/>
              </a:rPr>
              <a:t> Reforça a relevância de cruzar dados técnicos de atualização com comportamento dos usuários, como propomos fazer</a:t>
            </a:r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3739848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Diagrama&#10;&#10;O conteúdo gerado por IA pode estar incorreto.">
            <a:extLst>
              <a:ext uri="{FF2B5EF4-FFF2-40B4-BE49-F238E27FC236}">
                <a16:creationId xmlns:a16="http://schemas.microsoft.com/office/drawing/2014/main" id="{07757F5D-2288-BAB4-C841-E8C5CF697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93773" y="16990"/>
            <a:ext cx="12292065" cy="6844196"/>
          </a:xfrm>
        </p:spPr>
      </p:pic>
    </p:spTree>
    <p:extLst>
      <p:ext uri="{BB962C8B-B14F-4D97-AF65-F5344CB8AC3E}">
        <p14:creationId xmlns:p14="http://schemas.microsoft.com/office/powerpoint/2010/main" val="206869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FF950-CFC8-051B-967F-4508C35D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EE30FBCF-3ABF-C55A-D3C9-DBD41A4B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89" y="379562"/>
            <a:ext cx="10360152" cy="1139911"/>
          </a:xfrm>
        </p:spPr>
        <p:txBody>
          <a:bodyPr>
            <a:normAutofit/>
          </a:bodyPr>
          <a:lstStyle/>
          <a:p>
            <a:r>
              <a:rPr lang="pt-BR" b="0">
                <a:ea typeface="+mj-lt"/>
                <a:cs typeface="+mj-lt"/>
              </a:rPr>
              <a:t>GQM - RQ01</a:t>
            </a:r>
            <a:endParaRPr lang="pt-BR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423DCB-2131-CE31-B47E-22EF86C50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23850"/>
            <a:ext cx="10890928" cy="54927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pt-BR" sz="2800" b="1">
                <a:solidFill>
                  <a:srgbClr val="000000"/>
                </a:solidFill>
                <a:ea typeface="+mn-lt"/>
                <a:cs typeface="+mn-lt"/>
              </a:rPr>
              <a:t>Qual a correlação entre a variação no número de jogadores e o sentimento médio das avaliações?</a:t>
            </a:r>
            <a:endParaRPr lang="pt-BR" sz="2400"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pt-BR" sz="2200">
                <a:ea typeface="+mn-lt"/>
                <a:cs typeface="+mn-lt"/>
              </a:rPr>
              <a:t>Métricas:</a:t>
            </a:r>
            <a:endParaRPr lang="pt-BR" sz="2200"/>
          </a:p>
          <a:p>
            <a:pPr marL="607695" lvl="1" indent="-342900">
              <a:buFont typeface="Courier New" panose="020B0604020202020204" pitchFamily="34" charset="0"/>
              <a:buChar char="o"/>
            </a:pPr>
            <a:r>
              <a:rPr lang="pt-BR" sz="2200">
                <a:ea typeface="+mn-lt"/>
                <a:cs typeface="+mn-lt"/>
              </a:rPr>
              <a:t>Sentimento médio das avaliações;</a:t>
            </a:r>
          </a:p>
          <a:p>
            <a:pPr marL="607695" lvl="1" indent="-342900">
              <a:buFont typeface="Courier New" panose="020B0604020202020204" pitchFamily="34" charset="0"/>
              <a:buChar char="o"/>
            </a:pPr>
            <a:r>
              <a:rPr lang="pt-BR" sz="2200">
                <a:ea typeface="+mn-lt"/>
                <a:cs typeface="+mn-lt"/>
              </a:rPr>
              <a:t>Variação no número de jogadores;</a:t>
            </a:r>
          </a:p>
          <a:p>
            <a:pPr marL="342900" indent="-342900">
              <a:buFont typeface="Wingdings,Sans-Serif"/>
              <a:buChar char="q"/>
            </a:pPr>
            <a:r>
              <a:rPr lang="pt-BR" sz="2200">
                <a:ea typeface="+mn-lt"/>
                <a:cs typeface="+mn-lt"/>
              </a:rPr>
              <a:t>Teste estatístico:</a:t>
            </a:r>
          </a:p>
          <a:p>
            <a:pPr marL="607695" lvl="1" indent="-342900">
              <a:buFont typeface="Courier New,monospace"/>
              <a:buChar char="o"/>
            </a:pPr>
            <a:r>
              <a:rPr lang="pt-BR" sz="2200">
                <a:ea typeface="+mn-lt"/>
                <a:cs typeface="+mn-lt"/>
              </a:rPr>
              <a:t>Correlação de </a:t>
            </a:r>
            <a:r>
              <a:rPr lang="pt-BR" sz="2200" i="1" err="1">
                <a:ea typeface="+mn-lt"/>
                <a:cs typeface="+mn-lt"/>
              </a:rPr>
              <a:t>Spearman</a:t>
            </a:r>
            <a:r>
              <a:rPr lang="pt-BR" sz="2200" i="1">
                <a:ea typeface="+mn-lt"/>
                <a:cs typeface="+mn-lt"/>
              </a:rPr>
              <a:t>;</a:t>
            </a:r>
          </a:p>
          <a:p>
            <a:pPr marL="342900" indent="-342900">
              <a:buFont typeface="Wingdings,Sans-Serif"/>
              <a:buChar char="q"/>
            </a:pPr>
            <a:r>
              <a:rPr lang="pt-BR" sz="2200"/>
              <a:t>Visualização:</a:t>
            </a:r>
            <a:endParaRPr lang="en-US" sz="2200"/>
          </a:p>
          <a:p>
            <a:pPr marL="607695" lvl="1" indent="-342900">
              <a:buFont typeface="Courier New,monospace"/>
              <a:buChar char="o"/>
            </a:pPr>
            <a:r>
              <a:rPr lang="pt-BR" sz="2200" i="1">
                <a:ea typeface="+mn-lt"/>
                <a:cs typeface="+mn-lt"/>
              </a:rPr>
              <a:t>Boxplot </a:t>
            </a:r>
            <a:r>
              <a:rPr lang="pt-BR" sz="2200">
                <a:ea typeface="+mn-lt"/>
                <a:cs typeface="+mn-lt"/>
              </a:rPr>
              <a:t>da distribuição de sentimentos por gênero;</a:t>
            </a:r>
            <a:endParaRPr lang="pt-BR" sz="2200"/>
          </a:p>
          <a:p>
            <a:pPr marL="342900" indent="-342900">
              <a:buFont typeface="Wingdings,Sans-Serif"/>
              <a:buChar char="q"/>
            </a:pPr>
            <a:r>
              <a:rPr lang="pt-BR" sz="2200"/>
              <a:t>Hipótese:</a:t>
            </a:r>
            <a:endParaRPr lang="en-US" sz="2200"/>
          </a:p>
          <a:p>
            <a:pPr marL="607695" lvl="1" indent="-342900">
              <a:buFont typeface="Courier New,monospace"/>
              <a:buChar char="o"/>
            </a:pPr>
            <a:r>
              <a:rPr lang="pt-BR" sz="2200" i="1"/>
              <a:t>Releases </a:t>
            </a:r>
            <a:r>
              <a:rPr lang="pt-BR" sz="2200"/>
              <a:t>bem avaliadas resultam em aumento do engajamento dos usuários.</a:t>
            </a:r>
            <a:endParaRPr lang="pt-BR" sz="2200" i="1"/>
          </a:p>
          <a:p>
            <a:pPr marL="607695" lvl="1" indent="-342900">
              <a:buFont typeface="Courier New,monospace"/>
              <a:buChar char="o"/>
            </a:pPr>
            <a:endParaRPr lang="pt-BR" sz="2400" i="1"/>
          </a:p>
          <a:p>
            <a:pPr marL="607695" lvl="1" indent="-342900">
              <a:buFont typeface="Courier New" panose="020B0604020202020204" pitchFamily="34" charset="0"/>
              <a:buChar char="o"/>
            </a:pPr>
            <a:endParaRPr lang="pt-BR" sz="2200"/>
          </a:p>
        </p:txBody>
      </p:sp>
    </p:spTree>
    <p:extLst>
      <p:ext uri="{BB962C8B-B14F-4D97-AF65-F5344CB8AC3E}">
        <p14:creationId xmlns:p14="http://schemas.microsoft.com/office/powerpoint/2010/main" val="2937231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0A541-6D4B-EF5E-1978-305B1761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F15D1846-3634-EE8E-913E-BAB36576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89" y="379562"/>
            <a:ext cx="10360152" cy="1139911"/>
          </a:xfrm>
        </p:spPr>
        <p:txBody>
          <a:bodyPr>
            <a:normAutofit/>
          </a:bodyPr>
          <a:lstStyle/>
          <a:p>
            <a:r>
              <a:rPr lang="pt-BR" b="0">
                <a:ea typeface="+mj-lt"/>
                <a:cs typeface="+mj-lt"/>
              </a:rPr>
              <a:t>GQM - RQ02</a:t>
            </a:r>
            <a:endParaRPr lang="pt-BR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058967-2172-3B54-79E6-9550E1253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16" y="1123850"/>
            <a:ext cx="11638550" cy="54927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pt-BR" sz="2800" b="1">
                <a:solidFill>
                  <a:srgbClr val="000000"/>
                </a:solidFill>
                <a:ea typeface="+mn-lt"/>
                <a:cs typeface="+mn-lt"/>
              </a:rPr>
              <a:t>Como os jogadores reagem às atualizações, considerando o sentimento médio das avaliações?</a:t>
            </a:r>
            <a:endParaRPr lang="pt-BR" sz="2800" b="1"/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pt-BR" sz="2200">
                <a:ea typeface="+mn-lt"/>
                <a:cs typeface="+mn-lt"/>
              </a:rPr>
              <a:t>Métricas:</a:t>
            </a:r>
            <a:endParaRPr lang="pt-BR" sz="2200"/>
          </a:p>
          <a:p>
            <a:pPr marL="607695" lvl="1" indent="-342900">
              <a:buFont typeface="Courier New,monospace" panose="020B0604020202020204" pitchFamily="34" charset="0"/>
              <a:buChar char="o"/>
            </a:pPr>
            <a:r>
              <a:rPr lang="pt-BR" sz="2200">
                <a:ea typeface="+mn-lt"/>
                <a:cs typeface="+mn-lt"/>
              </a:rPr>
              <a:t>Classificação da </a:t>
            </a:r>
            <a:r>
              <a:rPr lang="pt-BR" sz="2200" i="1">
                <a:ea typeface="+mn-lt"/>
                <a:cs typeface="+mn-lt"/>
              </a:rPr>
              <a:t>release </a:t>
            </a:r>
            <a:r>
              <a:rPr lang="pt-BR" sz="2200">
                <a:ea typeface="+mn-lt"/>
                <a:cs typeface="+mn-lt"/>
              </a:rPr>
              <a:t>(positiva ou negativa);</a:t>
            </a:r>
            <a:endParaRPr lang="pt-BR" sz="2200"/>
          </a:p>
          <a:p>
            <a:pPr marL="607695" lvl="1" indent="-342900">
              <a:buFont typeface="Courier New,monospace" panose="020B0604020202020204" pitchFamily="34" charset="0"/>
              <a:buChar char="o"/>
            </a:pPr>
            <a:r>
              <a:rPr lang="pt-BR" sz="2200"/>
              <a:t>Sentimento médio das avaliações;</a:t>
            </a:r>
          </a:p>
          <a:p>
            <a:pPr marL="342900" indent="-342900">
              <a:buFont typeface="Wingdings,Sans-Serif" panose="020B0604020202020204" pitchFamily="34" charset="0"/>
              <a:buChar char="q"/>
            </a:pPr>
            <a:r>
              <a:rPr lang="pt-BR" sz="2200"/>
              <a:t>Teste estatístico:</a:t>
            </a:r>
            <a:endParaRPr lang="en-US" sz="2200"/>
          </a:p>
          <a:p>
            <a:pPr marL="607695" lvl="1" indent="-342900">
              <a:buFont typeface="Courier New,monospace" panose="020B0604020202020204" pitchFamily="34" charset="0"/>
              <a:buChar char="o"/>
            </a:pPr>
            <a:r>
              <a:rPr lang="pt-BR" sz="2200"/>
              <a:t>Teste</a:t>
            </a:r>
            <a:r>
              <a:rPr lang="pt-BR" sz="2200" i="1"/>
              <a:t> de Qui-quadrado;</a:t>
            </a:r>
            <a:endParaRPr lang="pt-BR"/>
          </a:p>
          <a:p>
            <a:pPr marL="342900" indent="-342900">
              <a:buFont typeface="Wingdings,Sans-Serif"/>
              <a:buChar char="q"/>
            </a:pPr>
            <a:r>
              <a:rPr lang="pt-BR" sz="2200"/>
              <a:t>Visualização:</a:t>
            </a:r>
            <a:endParaRPr lang="en-US" sz="2200"/>
          </a:p>
          <a:p>
            <a:pPr marL="607695" lvl="1" indent="-342900">
              <a:buFont typeface="Courier New,monospace"/>
              <a:buChar char="o"/>
            </a:pPr>
            <a:r>
              <a:rPr lang="pt-BR" sz="2200">
                <a:ea typeface="+mn-lt"/>
                <a:cs typeface="+mn-lt"/>
              </a:rPr>
              <a:t>Gráfico de barras agrupadas;</a:t>
            </a:r>
            <a:endParaRPr lang="pt-BR" sz="2200"/>
          </a:p>
          <a:p>
            <a:pPr marL="342900" indent="-342900">
              <a:buFont typeface="Wingdings,Sans-Serif"/>
              <a:buChar char="q"/>
            </a:pPr>
            <a:r>
              <a:rPr lang="pt-BR" sz="2200"/>
              <a:t>Hipótese:</a:t>
            </a:r>
            <a:endParaRPr lang="en-US" sz="2200"/>
          </a:p>
          <a:p>
            <a:pPr marL="607695" lvl="1" indent="-342900">
              <a:buFont typeface="Courier New,monospace"/>
              <a:buChar char="o"/>
            </a:pPr>
            <a:r>
              <a:rPr lang="pt-BR" sz="2200"/>
              <a:t>Proporção de releases classificadas como positivas/negativas diferente entre gêneros.</a:t>
            </a:r>
          </a:p>
          <a:p>
            <a:pPr marL="607695" lvl="1" indent="-342900">
              <a:buFont typeface="Courier New,monospace"/>
              <a:buChar char="o"/>
            </a:pPr>
            <a:endParaRPr lang="pt-BR" sz="2400" i="1"/>
          </a:p>
          <a:p>
            <a:pPr marL="607695" lvl="1" indent="-342900">
              <a:buFont typeface="Courier New" panose="020B0604020202020204" pitchFamily="34" charset="0"/>
              <a:buChar char="o"/>
            </a:pPr>
            <a:endParaRPr lang="pt-BR" sz="2200"/>
          </a:p>
        </p:txBody>
      </p:sp>
    </p:spTree>
    <p:extLst>
      <p:ext uri="{BB962C8B-B14F-4D97-AF65-F5344CB8AC3E}">
        <p14:creationId xmlns:p14="http://schemas.microsoft.com/office/powerpoint/2010/main" val="4001907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1EEC1-BAC1-E143-CF09-046E53D2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7E58B82F-685D-25F2-E40D-4C47DDB5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89" y="379562"/>
            <a:ext cx="10360152" cy="1139911"/>
          </a:xfrm>
        </p:spPr>
        <p:txBody>
          <a:bodyPr>
            <a:normAutofit/>
          </a:bodyPr>
          <a:lstStyle/>
          <a:p>
            <a:r>
              <a:rPr lang="pt-BR" b="0">
                <a:ea typeface="+mj-lt"/>
                <a:cs typeface="+mj-lt"/>
              </a:rPr>
              <a:t>GQM - RQ03</a:t>
            </a:r>
            <a:endParaRPr lang="pt-BR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2B4C29-2D5A-5D8F-459E-07F72D6F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23850"/>
            <a:ext cx="10890928" cy="54927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pt-BR" sz="2800" b="1">
                <a:solidFill>
                  <a:srgbClr val="000000"/>
                </a:solidFill>
                <a:ea typeface="+mn-lt"/>
                <a:cs typeface="+mn-lt"/>
              </a:rPr>
              <a:t>Qual a diferença na quantidade de reviews entre releases positivas e negativas por gênero?</a:t>
            </a:r>
            <a:endParaRPr lang="pt-BR"/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pt-BR" sz="2200">
                <a:ea typeface="+mn-lt"/>
                <a:cs typeface="+mn-lt"/>
              </a:rPr>
              <a:t>Métricas:</a:t>
            </a:r>
            <a:endParaRPr lang="pt-BR" sz="2200"/>
          </a:p>
          <a:p>
            <a:pPr marL="607695" lvl="1" indent="-342900">
              <a:buFont typeface="Courier New,monospace" panose="020B0604020202020204" pitchFamily="34" charset="0"/>
              <a:buChar char="o"/>
            </a:pPr>
            <a:r>
              <a:rPr lang="pt-BR" sz="2200">
                <a:ea typeface="+mn-lt"/>
                <a:cs typeface="+mn-lt"/>
              </a:rPr>
              <a:t>Quantidade total de reviews;</a:t>
            </a:r>
          </a:p>
          <a:p>
            <a:pPr marL="607695" lvl="1" indent="-342900">
              <a:buFont typeface="Courier New,monospace" panose="020B0604020202020204" pitchFamily="34" charset="0"/>
              <a:buChar char="o"/>
            </a:pPr>
            <a:r>
              <a:rPr lang="pt-BR" sz="2200"/>
              <a:t>Classificação da release (positiva ou negativa);</a:t>
            </a:r>
          </a:p>
          <a:p>
            <a:pPr marL="342900" indent="-342900">
              <a:buFont typeface="Wingdings,Sans-Serif" panose="020B0604020202020204" pitchFamily="34" charset="0"/>
              <a:buChar char="q"/>
            </a:pPr>
            <a:r>
              <a:rPr lang="pt-BR" sz="2200"/>
              <a:t>Teste estatístico:</a:t>
            </a:r>
            <a:endParaRPr lang="en-US" sz="2200"/>
          </a:p>
          <a:p>
            <a:pPr marL="607695" lvl="1" indent="-342900">
              <a:buFont typeface="Courier New,monospace" panose="020B0604020202020204" pitchFamily="34" charset="0"/>
              <a:buChar char="o"/>
            </a:pPr>
            <a:r>
              <a:rPr lang="pt-BR" sz="2200" i="1"/>
              <a:t>Mann-Whitney</a:t>
            </a:r>
            <a:r>
              <a:rPr lang="pt-BR" sz="2200"/>
              <a:t> para comparação entre grupos;</a:t>
            </a:r>
            <a:endParaRPr lang="pt-BR"/>
          </a:p>
          <a:p>
            <a:pPr marL="342900" indent="-342900">
              <a:buFont typeface="Wingdings,Sans-Serif"/>
              <a:buChar char="q"/>
            </a:pPr>
            <a:r>
              <a:rPr lang="pt-BR" sz="2200"/>
              <a:t>Visualização:</a:t>
            </a:r>
            <a:endParaRPr lang="en-US" sz="2200"/>
          </a:p>
          <a:p>
            <a:pPr marL="607695" lvl="1" indent="-342900">
              <a:buFont typeface="Courier New,monospace"/>
              <a:buChar char="o"/>
            </a:pPr>
            <a:r>
              <a:rPr lang="pt-BR" sz="2200" i="1">
                <a:ea typeface="+mn-lt"/>
                <a:cs typeface="+mn-lt"/>
              </a:rPr>
              <a:t>Barplot </a:t>
            </a:r>
            <a:r>
              <a:rPr lang="pt-BR" sz="2200">
                <a:ea typeface="+mn-lt"/>
                <a:cs typeface="+mn-lt"/>
              </a:rPr>
              <a:t>com mediana de reviews para cada tipo de classificação;</a:t>
            </a:r>
            <a:endParaRPr lang="pt-BR" sz="2200" i="1"/>
          </a:p>
          <a:p>
            <a:pPr marL="342900" indent="-342900">
              <a:buFont typeface="Wingdings,Sans-Serif"/>
              <a:buChar char="q"/>
            </a:pPr>
            <a:r>
              <a:rPr lang="pt-BR" sz="2200"/>
              <a:t>Hipótese:</a:t>
            </a:r>
            <a:endParaRPr lang="en-US" sz="2200"/>
          </a:p>
          <a:p>
            <a:pPr marL="607695" lvl="1" indent="-342900">
              <a:buFont typeface="Courier New,monospace"/>
              <a:buChar char="o"/>
            </a:pPr>
            <a:r>
              <a:rPr lang="pt-BR" sz="2200"/>
              <a:t>Releases melhor avaliadas tendem a atrair mais atenção dos jogadores (reviews).</a:t>
            </a:r>
          </a:p>
          <a:p>
            <a:pPr marL="607695" lvl="1" indent="-342900">
              <a:buFont typeface="Courier New,monospace"/>
              <a:buChar char="o"/>
            </a:pPr>
            <a:endParaRPr lang="pt-BR" sz="2400" i="1"/>
          </a:p>
          <a:p>
            <a:pPr marL="607695" lvl="1" indent="-342900">
              <a:buFont typeface="Courier New" panose="020B0604020202020204" pitchFamily="34" charset="0"/>
              <a:buChar char="o"/>
            </a:pPr>
            <a:endParaRPr lang="pt-BR" sz="2200"/>
          </a:p>
        </p:txBody>
      </p:sp>
    </p:spTree>
    <p:extLst>
      <p:ext uri="{BB962C8B-B14F-4D97-AF65-F5344CB8AC3E}">
        <p14:creationId xmlns:p14="http://schemas.microsoft.com/office/powerpoint/2010/main" val="79565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7494D-8F69-22A5-D599-07FADB3D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AB920A42-C80E-A975-5C55-A8FEEC2D4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89" y="379562"/>
            <a:ext cx="10360152" cy="1139911"/>
          </a:xfrm>
        </p:spPr>
        <p:txBody>
          <a:bodyPr>
            <a:normAutofit/>
          </a:bodyPr>
          <a:lstStyle/>
          <a:p>
            <a:r>
              <a:rPr lang="pt-BR" b="0">
                <a:ea typeface="+mj-lt"/>
                <a:cs typeface="+mj-lt"/>
              </a:rPr>
              <a:t>GQM - RQ04</a:t>
            </a:r>
            <a:endParaRPr lang="pt-BR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98BE94-93FD-BC22-F4BF-B51040292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23850"/>
            <a:ext cx="10890928" cy="54927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pt-BR" sz="2800" b="1">
                <a:solidFill>
                  <a:srgbClr val="000000"/>
                </a:solidFill>
                <a:ea typeface="+mn-lt"/>
                <a:cs typeface="+mn-lt"/>
              </a:rPr>
              <a:t>Qual a relação entre o tipo de release e os sentimentos dos jogadores?</a:t>
            </a:r>
            <a:endParaRPr lang="pt-BR"/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pt-BR" sz="2200">
                <a:ea typeface="+mn-lt"/>
                <a:cs typeface="+mn-lt"/>
              </a:rPr>
              <a:t>Métricas:</a:t>
            </a:r>
            <a:endParaRPr lang="pt-BR" sz="2200"/>
          </a:p>
          <a:p>
            <a:pPr marL="607695" lvl="1" indent="-342900">
              <a:buFont typeface="Courier New,monospace" panose="020B0604020202020204" pitchFamily="34" charset="0"/>
              <a:buChar char="o"/>
            </a:pPr>
            <a:r>
              <a:rPr lang="pt-BR" sz="2200"/>
              <a:t>Classificação da release (positiva ou negativa);</a:t>
            </a:r>
            <a:endParaRPr lang="en-US" sz="2200"/>
          </a:p>
          <a:p>
            <a:pPr marL="607695" lvl="1" indent="-342900">
              <a:buFont typeface="Courier New,monospace" panose="020B0604020202020204" pitchFamily="34" charset="0"/>
              <a:buChar char="o"/>
            </a:pPr>
            <a:r>
              <a:rPr lang="pt-BR" sz="2200"/>
              <a:t>Sentimento médio das avaliações;</a:t>
            </a:r>
          </a:p>
          <a:p>
            <a:pPr marL="342900" indent="-342900">
              <a:buFont typeface="Wingdings,Sans-Serif" panose="020B0604020202020204" pitchFamily="34" charset="0"/>
              <a:buChar char="q"/>
            </a:pPr>
            <a:r>
              <a:rPr lang="pt-BR" sz="2200"/>
              <a:t>Teste estatístico:</a:t>
            </a:r>
            <a:endParaRPr lang="en-US" sz="2200"/>
          </a:p>
          <a:p>
            <a:pPr marL="607695" lvl="1" indent="-342900">
              <a:buFont typeface="Courier New,monospace" panose="020B0604020202020204" pitchFamily="34" charset="0"/>
              <a:buChar char="o"/>
            </a:pPr>
            <a:r>
              <a:rPr lang="pt-BR" sz="2200" i="1" err="1">
                <a:ea typeface="+mn-lt"/>
                <a:cs typeface="+mn-lt"/>
              </a:rPr>
              <a:t>Latent</a:t>
            </a:r>
            <a:r>
              <a:rPr lang="pt-BR" sz="2200" i="1">
                <a:ea typeface="+mn-lt"/>
                <a:cs typeface="+mn-lt"/>
              </a:rPr>
              <a:t> </a:t>
            </a:r>
            <a:r>
              <a:rPr lang="pt-BR" sz="2200" i="1" err="1">
                <a:ea typeface="+mn-lt"/>
                <a:cs typeface="+mn-lt"/>
              </a:rPr>
              <a:t>Dirichlet</a:t>
            </a:r>
            <a:r>
              <a:rPr lang="pt-BR" sz="2200" i="1">
                <a:ea typeface="+mn-lt"/>
                <a:cs typeface="+mn-lt"/>
              </a:rPr>
              <a:t> </a:t>
            </a:r>
            <a:r>
              <a:rPr lang="pt-BR" sz="2200" i="1" err="1">
                <a:ea typeface="+mn-lt"/>
                <a:cs typeface="+mn-lt"/>
              </a:rPr>
              <a:t>Allocation</a:t>
            </a:r>
            <a:r>
              <a:rPr lang="pt-BR" sz="2200">
                <a:ea typeface="+mn-lt"/>
                <a:cs typeface="+mn-lt"/>
              </a:rPr>
              <a:t> (</a:t>
            </a:r>
            <a:r>
              <a:rPr lang="pt-BR" sz="2200"/>
              <a:t>LDA)</a:t>
            </a:r>
          </a:p>
          <a:p>
            <a:pPr marL="342900" indent="-342900">
              <a:buFont typeface="Wingdings,Sans-Serif"/>
              <a:buChar char="q"/>
            </a:pPr>
            <a:r>
              <a:rPr lang="pt-BR" sz="2200"/>
              <a:t>Visualização:</a:t>
            </a:r>
            <a:endParaRPr lang="en-US" sz="2200"/>
          </a:p>
          <a:p>
            <a:pPr marL="607695" lvl="1" indent="-342900">
              <a:buFont typeface="Courier New,monospace"/>
              <a:buChar char="o"/>
            </a:pPr>
            <a:r>
              <a:rPr lang="pt-BR" sz="2200" i="1">
                <a:ea typeface="+mn-lt"/>
                <a:cs typeface="+mn-lt"/>
              </a:rPr>
              <a:t>Tabela </a:t>
            </a:r>
            <a:r>
              <a:rPr lang="pt-BR" sz="2200">
                <a:ea typeface="+mn-lt"/>
                <a:cs typeface="+mn-lt"/>
              </a:rPr>
              <a:t>dos tópicos por gênero</a:t>
            </a:r>
            <a:endParaRPr lang="pt-BR" sz="2200"/>
          </a:p>
          <a:p>
            <a:pPr marL="342900" indent="-342900">
              <a:buFont typeface="Wingdings,Sans-Serif"/>
              <a:buChar char="q"/>
            </a:pPr>
            <a:r>
              <a:rPr lang="pt-BR" sz="2200"/>
              <a:t>Hipótese:</a:t>
            </a:r>
            <a:endParaRPr lang="en-US" sz="2200"/>
          </a:p>
          <a:p>
            <a:pPr marL="607695" lvl="1" indent="-342900">
              <a:buFont typeface="Courier New,monospace"/>
              <a:buChar char="o"/>
            </a:pPr>
            <a:r>
              <a:rPr lang="pt-BR" sz="2200"/>
              <a:t>Existência de padrões funcionais que impactam no sentimento dos jogadores.</a:t>
            </a:r>
          </a:p>
          <a:p>
            <a:pPr marL="607695" lvl="1" indent="-342900">
              <a:buFont typeface="Courier New,monospace"/>
              <a:buChar char="o"/>
            </a:pPr>
            <a:endParaRPr lang="pt-BR" sz="2400" i="1"/>
          </a:p>
          <a:p>
            <a:pPr marL="607695" lvl="1" indent="-342900">
              <a:buFont typeface="Courier New" panose="020B0604020202020204" pitchFamily="34" charset="0"/>
              <a:buChar char="o"/>
            </a:pPr>
            <a:endParaRPr lang="pt-BR" sz="2200"/>
          </a:p>
        </p:txBody>
      </p:sp>
    </p:spTree>
    <p:extLst>
      <p:ext uri="{BB962C8B-B14F-4D97-AF65-F5344CB8AC3E}">
        <p14:creationId xmlns:p14="http://schemas.microsoft.com/office/powerpoint/2010/main" val="99967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8CF4DC-4CEE-B171-2238-2B4611E2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pt-BR" b="0">
                <a:ea typeface="+mj-lt"/>
                <a:cs typeface="+mj-lt"/>
              </a:rPr>
              <a:t>Metodologia</a:t>
            </a:r>
            <a:endParaRPr lang="pt-BR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Espaço Reservado para Conteúdo 2">
            <a:extLst>
              <a:ext uri="{FF2B5EF4-FFF2-40B4-BE49-F238E27FC236}">
                <a16:creationId xmlns:a16="http://schemas.microsoft.com/office/drawing/2014/main" id="{ECB2574A-A42B-5300-7D45-082D3B62D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962976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2964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9508-8EAB-B70C-B195-01C17BEA0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03" y="1296378"/>
            <a:ext cx="10905305" cy="14670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pt-BR" sz="1800">
                <a:ea typeface="+mn-lt"/>
                <a:cs typeface="+mn-lt"/>
              </a:rPr>
              <a:t>Todos os dados utilizados nesta pesquisa foram extraídos da plataforma </a:t>
            </a:r>
            <a:r>
              <a:rPr lang="pt-BR" sz="1800" err="1">
                <a:ea typeface="+mn-lt"/>
                <a:cs typeface="+mn-lt"/>
              </a:rPr>
              <a:t>SteamDB</a:t>
            </a:r>
            <a:r>
              <a:rPr lang="pt-BR" sz="1800">
                <a:ea typeface="+mn-lt"/>
                <a:cs typeface="+mn-lt"/>
              </a:rPr>
              <a:t>, que disponibiliza métricas públicas sobre o desempenho e histórico dos jogos da </a:t>
            </a:r>
            <a:r>
              <a:rPr lang="pt-BR" sz="1800" err="1">
                <a:ea typeface="+mn-lt"/>
                <a:cs typeface="+mn-lt"/>
              </a:rPr>
              <a:t>Steam</a:t>
            </a:r>
            <a:r>
              <a:rPr lang="pt-BR" sz="1800">
                <a:ea typeface="+mn-lt"/>
                <a:cs typeface="+mn-lt"/>
              </a:rPr>
              <a:t>. </a:t>
            </a:r>
            <a:endParaRPr lang="pt-BR" sz="1800"/>
          </a:p>
          <a:p>
            <a:pPr marL="0" indent="0" algn="ctr">
              <a:buNone/>
            </a:pPr>
            <a:r>
              <a:rPr lang="pt-BR" sz="1800">
                <a:ea typeface="+mn-lt"/>
                <a:cs typeface="+mn-lt"/>
              </a:rPr>
              <a:t>Embora a API retorne 24 </a:t>
            </a:r>
            <a:r>
              <a:rPr lang="pt-BR" sz="1800" err="1">
                <a:ea typeface="+mn-lt"/>
                <a:cs typeface="+mn-lt"/>
              </a:rPr>
              <a:t>tags</a:t>
            </a:r>
            <a:r>
              <a:rPr lang="pt-BR" sz="1800">
                <a:ea typeface="+mn-lt"/>
                <a:cs typeface="+mn-lt"/>
              </a:rPr>
              <a:t>, filtramos apenas gêneros clássicos de jogos, excluindo </a:t>
            </a:r>
            <a:r>
              <a:rPr lang="pt-BR" sz="1800" err="1">
                <a:ea typeface="+mn-lt"/>
                <a:cs typeface="+mn-lt"/>
              </a:rPr>
              <a:t>tags</a:t>
            </a:r>
            <a:r>
              <a:rPr lang="pt-BR" sz="1800">
                <a:ea typeface="+mn-lt"/>
                <a:cs typeface="+mn-lt"/>
              </a:rPr>
              <a:t> técnicas (</a:t>
            </a:r>
            <a:r>
              <a:rPr lang="pt-BR" sz="1800" err="1">
                <a:ea typeface="+mn-lt"/>
                <a:cs typeface="+mn-lt"/>
              </a:rPr>
              <a:t>ex</a:t>
            </a:r>
            <a:r>
              <a:rPr lang="pt-BR" sz="1800">
                <a:ea typeface="+mn-lt"/>
                <a:cs typeface="+mn-lt"/>
              </a:rPr>
              <a:t>: </a:t>
            </a:r>
            <a:r>
              <a:rPr lang="pt-BR" sz="1800" i="1">
                <a:ea typeface="+mn-lt"/>
                <a:cs typeface="+mn-lt"/>
              </a:rPr>
              <a:t>Free </a:t>
            </a:r>
            <a:r>
              <a:rPr lang="pt-BR" sz="1800" i="1" err="1">
                <a:ea typeface="+mn-lt"/>
                <a:cs typeface="+mn-lt"/>
              </a:rPr>
              <a:t>to</a:t>
            </a:r>
            <a:r>
              <a:rPr lang="pt-BR" sz="1800" i="1">
                <a:ea typeface="+mn-lt"/>
                <a:cs typeface="+mn-lt"/>
              </a:rPr>
              <a:t> Play</a:t>
            </a:r>
            <a:r>
              <a:rPr lang="pt-BR" sz="1800">
                <a:ea typeface="+mn-lt"/>
                <a:cs typeface="+mn-lt"/>
              </a:rPr>
              <a:t>, </a:t>
            </a:r>
            <a:r>
              <a:rPr lang="pt-BR" sz="1800" i="1">
                <a:ea typeface="+mn-lt"/>
                <a:cs typeface="+mn-lt"/>
              </a:rPr>
              <a:t>Early Access</a:t>
            </a:r>
            <a:r>
              <a:rPr lang="pt-BR" sz="1800">
                <a:ea typeface="+mn-lt"/>
                <a:cs typeface="+mn-lt"/>
              </a:rPr>
              <a:t>) sendo selecionadas 6 categorias </a:t>
            </a:r>
          </a:p>
          <a:p>
            <a:endParaRPr lang="pt-BR"/>
          </a:p>
          <a:p>
            <a:endParaRPr lang="pt-B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548931-A9C9-4B8C-309D-6B68FE78F7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0947066"/>
              </p:ext>
            </p:extLst>
          </p:nvPr>
        </p:nvGraphicFramePr>
        <p:xfrm>
          <a:off x="469276" y="2763017"/>
          <a:ext cx="11068128" cy="1468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4" name="Content Placeholder 2">
            <a:extLst>
              <a:ext uri="{FF2B5EF4-FFF2-40B4-BE49-F238E27FC236}">
                <a16:creationId xmlns:a16="http://schemas.microsoft.com/office/drawing/2014/main" id="{18DD987A-8DF1-F7E6-B192-A344E6C6C83C}"/>
              </a:ext>
            </a:extLst>
          </p:cNvPr>
          <p:cNvSpPr txBox="1">
            <a:spLocks/>
          </p:cNvSpPr>
          <p:nvPr/>
        </p:nvSpPr>
        <p:spPr>
          <a:xfrm>
            <a:off x="630112" y="4226292"/>
            <a:ext cx="11144928" cy="1066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800">
                <a:ea typeface="+mn-lt"/>
                <a:cs typeface="+mn-lt"/>
              </a:rPr>
              <a:t>Para cada gênero, coletamos os </a:t>
            </a:r>
            <a:r>
              <a:rPr lang="pt-BR" sz="1800" b="1">
                <a:ea typeface="+mn-lt"/>
                <a:cs typeface="+mn-lt"/>
              </a:rPr>
              <a:t>10 jogos mais jogados</a:t>
            </a:r>
            <a:r>
              <a:rPr lang="pt-BR" sz="1800">
                <a:ea typeface="+mn-lt"/>
                <a:cs typeface="+mn-lt"/>
              </a:rPr>
              <a:t> e filtramos novamente para os jogos que possuem </a:t>
            </a:r>
            <a:r>
              <a:rPr lang="pt-BR" sz="1800" b="1">
                <a:ea typeface="+mn-lt"/>
                <a:cs typeface="+mn-lt"/>
              </a:rPr>
              <a:t>dados completos disponíveis :</a:t>
            </a:r>
            <a:endParaRPr lang="pt-BR" sz="1800"/>
          </a:p>
          <a:p>
            <a:pPr marL="0" indent="0">
              <a:buNone/>
            </a:pPr>
            <a:endParaRPr lang="pt-BR"/>
          </a:p>
          <a:p>
            <a:pPr>
              <a:buFont typeface="Arial" panose="020B0604020202020204" pitchFamily="34" charset="0"/>
              <a:buChar char="•"/>
            </a:pPr>
            <a:endParaRPr lang="pt-BR"/>
          </a:p>
          <a:p>
            <a:endParaRPr lang="pt-BR"/>
          </a:p>
        </p:txBody>
      </p:sp>
      <p:graphicFrame>
        <p:nvGraphicFramePr>
          <p:cNvPr id="244" name="Content Placeholder 2">
            <a:extLst>
              <a:ext uri="{FF2B5EF4-FFF2-40B4-BE49-F238E27FC236}">
                <a16:creationId xmlns:a16="http://schemas.microsoft.com/office/drawing/2014/main" id="{CC72B117-52FA-0071-42C2-8308B2EB5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662771"/>
              </p:ext>
            </p:extLst>
          </p:nvPr>
        </p:nvGraphicFramePr>
        <p:xfrm>
          <a:off x="0" y="5038090"/>
          <a:ext cx="12039918" cy="1198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30" name="Título 1">
            <a:extLst>
              <a:ext uri="{FF2B5EF4-FFF2-40B4-BE49-F238E27FC236}">
                <a16:creationId xmlns:a16="http://schemas.microsoft.com/office/drawing/2014/main" id="{729D4F39-E359-4696-6600-FB9F39341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853" y="264544"/>
            <a:ext cx="10360152" cy="550440"/>
          </a:xfrm>
        </p:spPr>
        <p:txBody>
          <a:bodyPr>
            <a:normAutofit fontScale="90000"/>
          </a:bodyPr>
          <a:lstStyle/>
          <a:p>
            <a:r>
              <a:rPr lang="pt-BR" b="0">
                <a:ea typeface="+mj-lt"/>
                <a:cs typeface="+mj-lt"/>
              </a:rPr>
              <a:t>Seleção dos jogos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129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iagrama&#10;&#10;O conteúdo gerado por IA pode estar incorreto.">
            <a:extLst>
              <a:ext uri="{FF2B5EF4-FFF2-40B4-BE49-F238E27FC236}">
                <a16:creationId xmlns:a16="http://schemas.microsoft.com/office/drawing/2014/main" id="{9975F394-986D-7892-CD9D-CED99777B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631" y="577510"/>
            <a:ext cx="11040581" cy="5708386"/>
          </a:xfrm>
        </p:spPr>
      </p:pic>
    </p:spTree>
    <p:extLst>
      <p:ext uri="{BB962C8B-B14F-4D97-AF65-F5344CB8AC3E}">
        <p14:creationId xmlns:p14="http://schemas.microsoft.com/office/powerpoint/2010/main" val="1231823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AC033-F843-7FA1-3686-82188B0D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6E8511-A7B9-413F-4BB5-2A9DFF16A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A96694-2D34-FAC9-C19C-0A5B542C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692" y="307675"/>
            <a:ext cx="11356147" cy="77944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pt-BR" b="0">
                <a:ea typeface="+mj-lt"/>
                <a:cs typeface="+mj-lt"/>
              </a:rPr>
              <a:t>Fluxo de processamento das Releases</a:t>
            </a:r>
            <a:endParaRPr lang="pt-BR" b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7FB462-E843-9678-DE8A-8698F3AD7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B72DBCA7-FDBE-D202-1151-D0F142FB7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07" r="-140" b="17647"/>
          <a:stretch>
            <a:fillRect/>
          </a:stretch>
        </p:blipFill>
        <p:spPr>
          <a:xfrm>
            <a:off x="952500" y="1552755"/>
            <a:ext cx="10301391" cy="435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14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01680-5BAE-AC69-502E-AA906C3C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58D2CA7-6B16-562E-2926-8CD311737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0FD166-E78D-DFB5-033B-A061D6E7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692" y="307675"/>
            <a:ext cx="11356147" cy="77944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pt-BR" b="0"/>
              <a:t>Prompt API Open API - Estratégia </a:t>
            </a:r>
            <a:r>
              <a:rPr lang="pt-BR" b="0" i="1"/>
              <a:t>One-shot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565575-5D92-F6D6-A677-357E0F7D6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CE228-3C8F-8BD8-1307-3D11A10F3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966" y="1555171"/>
            <a:ext cx="10833419" cy="447193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buNone/>
            </a:pPr>
            <a:r>
              <a:rPr lang="pt-BR" sz="1800" b="1"/>
              <a:t>Estratégia ChatGPT</a:t>
            </a:r>
          </a:p>
          <a:p>
            <a:pPr marL="342900" indent="-342900">
              <a:buFont typeface="Wingdings,Sans-Serif"/>
              <a:buChar char="q"/>
            </a:pPr>
            <a:r>
              <a:rPr lang="pt-BR" sz="2200"/>
              <a:t>Modelo IA Generativa:</a:t>
            </a:r>
          </a:p>
          <a:p>
            <a:pPr marL="607695" lvl="1" indent="-342900">
              <a:buFont typeface="Courier New,monospace"/>
              <a:buChar char="o"/>
            </a:pPr>
            <a:r>
              <a:rPr lang="pt-BR" sz="2200">
                <a:ea typeface="+mn-lt"/>
                <a:cs typeface="+mn-lt"/>
              </a:rPr>
              <a:t>GPT‑4o Mini (OpenAI);</a:t>
            </a:r>
            <a:endParaRPr lang="pt-BR"/>
          </a:p>
          <a:p>
            <a:pPr marL="342900" indent="-342900">
              <a:buFont typeface="Wingdings,Sans-Serif" panose="020B0604020202020204" pitchFamily="34" charset="0"/>
              <a:buChar char="q"/>
            </a:pPr>
            <a:r>
              <a:rPr lang="pt-BR" sz="2400"/>
              <a:t>Estratégia </a:t>
            </a:r>
            <a:r>
              <a:rPr lang="pt-BR" sz="2400" err="1"/>
              <a:t>One</a:t>
            </a:r>
            <a:r>
              <a:rPr lang="pt-BR" sz="2400"/>
              <a:t>-Shot prompt:</a:t>
            </a:r>
          </a:p>
          <a:p>
            <a:pPr marL="607695" lvl="1" indent="-342900">
              <a:buFont typeface="Courier New" panose="020B0604020202020204" pitchFamily="34" charset="0"/>
              <a:buChar char="o"/>
            </a:pPr>
            <a:r>
              <a:rPr lang="pt-BR" sz="2200"/>
              <a:t>Entrega de um único exemplo;</a:t>
            </a:r>
          </a:p>
          <a:p>
            <a:pPr marL="607695" lvl="1" indent="-342900">
              <a:buFont typeface="Courier New" panose="020B0604020202020204" pitchFamily="34" charset="0"/>
              <a:buChar char="o"/>
            </a:pPr>
            <a:r>
              <a:rPr lang="pt-BR" sz="2200"/>
              <a:t>Explicação detalhada do processo desejado;</a:t>
            </a:r>
          </a:p>
          <a:p>
            <a:pPr marL="342900" indent="-342900">
              <a:buFont typeface="Wingdings,Sans-Serif" panose="020B0604020202020204" pitchFamily="34" charset="0"/>
              <a:buChar char="q"/>
            </a:pPr>
            <a:r>
              <a:rPr lang="pt-BR" sz="2400"/>
              <a:t>Objetivo:</a:t>
            </a:r>
          </a:p>
          <a:p>
            <a:pPr marL="607695" lvl="1" indent="-342900">
              <a:buFont typeface="Courier New" panose="020B0604020202020204" pitchFamily="34" charset="0"/>
              <a:buChar char="o"/>
            </a:pPr>
            <a:r>
              <a:rPr lang="pt-BR" sz="2200"/>
              <a:t>Traduzir as palavras retiradas pelo LDA, atribuindo cada tópico a um título e descrição</a:t>
            </a:r>
          </a:p>
        </p:txBody>
      </p:sp>
    </p:spTree>
    <p:extLst>
      <p:ext uri="{BB962C8B-B14F-4D97-AF65-F5344CB8AC3E}">
        <p14:creationId xmlns:p14="http://schemas.microsoft.com/office/powerpoint/2010/main" val="2619317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70D1173-8856-552D-D8F1-25AF7879F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723337"/>
              </p:ext>
            </p:extLst>
          </p:nvPr>
        </p:nvGraphicFramePr>
        <p:xfrm>
          <a:off x="546338" y="1337094"/>
          <a:ext cx="11102736" cy="5281927"/>
        </p:xfrm>
        <a:graphic>
          <a:graphicData uri="http://schemas.openxmlformats.org/drawingml/2006/table">
            <a:tbl>
              <a:tblPr firstRow="1" lastRow="1">
                <a:tableStyleId>{9D7B26C5-4107-4FEC-AEDC-1716B250A1EF}</a:tableStyleId>
              </a:tblPr>
              <a:tblGrid>
                <a:gridCol w="2775684">
                  <a:extLst>
                    <a:ext uri="{9D8B030D-6E8A-4147-A177-3AD203B41FA5}">
                      <a16:colId xmlns:a16="http://schemas.microsoft.com/office/drawing/2014/main" val="943986388"/>
                    </a:ext>
                  </a:extLst>
                </a:gridCol>
                <a:gridCol w="2775684">
                  <a:extLst>
                    <a:ext uri="{9D8B030D-6E8A-4147-A177-3AD203B41FA5}">
                      <a16:colId xmlns:a16="http://schemas.microsoft.com/office/drawing/2014/main" val="3079509631"/>
                    </a:ext>
                  </a:extLst>
                </a:gridCol>
                <a:gridCol w="2775684">
                  <a:extLst>
                    <a:ext uri="{9D8B030D-6E8A-4147-A177-3AD203B41FA5}">
                      <a16:colId xmlns:a16="http://schemas.microsoft.com/office/drawing/2014/main" val="2287546949"/>
                    </a:ext>
                  </a:extLst>
                </a:gridCol>
                <a:gridCol w="2775684">
                  <a:extLst>
                    <a:ext uri="{9D8B030D-6E8A-4147-A177-3AD203B41FA5}">
                      <a16:colId xmlns:a16="http://schemas.microsoft.com/office/drawing/2014/main" val="3696585932"/>
                    </a:ext>
                  </a:extLst>
                </a:gridCol>
              </a:tblGrid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Gênero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Nº jogos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Releases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Review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9025539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 err="1">
                          <a:solidFill>
                            <a:schemeClr val="tx1"/>
                          </a:solidFill>
                          <a:effectLst/>
                        </a:rPr>
                        <a:t>Action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136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19.190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589048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>
                          <a:solidFill>
                            <a:schemeClr val="tx1"/>
                          </a:solidFill>
                          <a:effectLst/>
                        </a:rPr>
                        <a:t>Adventure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10.088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15.540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6363404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>
                          <a:solidFill>
                            <a:schemeClr val="tx1"/>
                          </a:solidFill>
                          <a:effectLst/>
                        </a:rPr>
                        <a:t>Casual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2.535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19.991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4794573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>
                          <a:solidFill>
                            <a:schemeClr val="tx1"/>
                          </a:solidFill>
                          <a:effectLst/>
                        </a:rPr>
                        <a:t>Indie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3.598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20.067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53841801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>
                          <a:solidFill>
                            <a:schemeClr val="tx1"/>
                          </a:solidFill>
                          <a:effectLst/>
                        </a:rPr>
                        <a:t>Racing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6.402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10.326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8283380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 err="1">
                          <a:solidFill>
                            <a:schemeClr val="tx1"/>
                          </a:solidFill>
                          <a:effectLst/>
                        </a:rPr>
                        <a:t>Strategy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3.919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12.156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167792"/>
                  </a:ext>
                </a:extLst>
              </a:tr>
              <a:tr h="660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pt-BR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26.678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97.270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1122063"/>
                  </a:ext>
                </a:extLst>
              </a:tr>
            </a:tbl>
          </a:graphicData>
        </a:graphic>
      </p:graphicFrame>
      <p:sp>
        <p:nvSpPr>
          <p:cNvPr id="13" name="Título 1">
            <a:extLst>
              <a:ext uri="{FF2B5EF4-FFF2-40B4-BE49-F238E27FC236}">
                <a16:creationId xmlns:a16="http://schemas.microsoft.com/office/drawing/2014/main" id="{118F21CF-0D0E-8AE9-EBA6-0B6461A3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89" y="379562"/>
            <a:ext cx="10360152" cy="1139911"/>
          </a:xfrm>
        </p:spPr>
        <p:txBody>
          <a:bodyPr>
            <a:normAutofit/>
          </a:bodyPr>
          <a:lstStyle/>
          <a:p>
            <a:r>
              <a:rPr lang="pt-BR" b="0">
                <a:ea typeface="+mj-lt"/>
                <a:cs typeface="+mj-lt"/>
              </a:rPr>
              <a:t>Dados analisados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357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4437A-962F-93CA-9A45-D43FAE8F8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FB31A-C3D8-51C9-BC91-6D71893894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593" y="379558"/>
            <a:ext cx="10360152" cy="11399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pt-BR" b="0"/>
              <a:t>GQM - RQ01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BA02F-8224-5786-D32B-8C5596ED65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0080" y="1123852"/>
            <a:ext cx="10890924" cy="5492727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pt-BR" sz="1800" b="1"/>
              <a:t>Qual a correlação entre a variação no número de jogadores e o sentimento médio das avaliações?</a:t>
            </a:r>
            <a:endParaRPr lang="pt-BR" sz="1600" b="1"/>
          </a:p>
          <a:p>
            <a:pPr marL="0" lvl="0" indent="0" algn="ctr">
              <a:buNone/>
            </a:pPr>
            <a:endParaRPr lang="pt-BR" sz="2400" i="1"/>
          </a:p>
          <a:p>
            <a:pPr marL="607691" lvl="1" indent="-342900">
              <a:buFont typeface="Courier New" pitchFamily="34"/>
              <a:buChar char="o"/>
            </a:pPr>
            <a:endParaRPr lang="pt-BR" sz="220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2AB2D4F-F04E-6271-8DD5-C223782BFC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81392" y="1519467"/>
            <a:ext cx="9919353" cy="533853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1F5A517-B68E-EF00-BB72-B75C112093A0}"/>
              </a:ext>
            </a:extLst>
          </p:cNvPr>
          <p:cNvSpPr/>
          <p:nvPr/>
        </p:nvSpPr>
        <p:spPr>
          <a:xfrm>
            <a:off x="7966363" y="2008909"/>
            <a:ext cx="1122218" cy="665018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241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09D91-E096-FABC-247A-D4DD49CA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A3142-68DA-49FF-A466-FD5467EB76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593" y="379558"/>
            <a:ext cx="10360152" cy="11399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pt-BR" b="0"/>
              <a:t>GQM - RQ02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5A42-9579-5A57-30CC-FB42B2FFEEA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0080" y="1123852"/>
            <a:ext cx="10890924" cy="549272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pt-BR" sz="1800" b="1"/>
              <a:t>Como os jogadores reagem às atualizações, considerando o sentimento médio das avaliações?</a:t>
            </a:r>
            <a:endParaRPr lang="pt-BR"/>
          </a:p>
          <a:p>
            <a:pPr marL="0" indent="0" algn="ctr">
              <a:buNone/>
            </a:pPr>
            <a:endParaRPr lang="pt-BR" sz="1800" i="1"/>
          </a:p>
          <a:p>
            <a:pPr marL="607060" lvl="1" indent="-342900">
              <a:buFont typeface="Courier New" pitchFamily="34"/>
              <a:buChar char="o"/>
            </a:pPr>
            <a:endParaRPr lang="pt-BR" sz="2200"/>
          </a:p>
        </p:txBody>
      </p:sp>
      <p:pic>
        <p:nvPicPr>
          <p:cNvPr id="6" name="Imagem 5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945FE8F2-B43D-00F2-7FF7-E270D1B7D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05149"/>
            <a:ext cx="11914910" cy="5102431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6195160-FF97-D788-C9FE-852E4F2526B8}"/>
              </a:ext>
            </a:extLst>
          </p:cNvPr>
          <p:cNvSpPr/>
          <p:nvPr/>
        </p:nvSpPr>
        <p:spPr>
          <a:xfrm>
            <a:off x="554181" y="1537855"/>
            <a:ext cx="1842654" cy="5126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0573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4E5E-0C74-766A-F5AE-398BB18F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4CBD59A1-3E0F-516B-B109-06150A692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231" y="1525299"/>
            <a:ext cx="7997537" cy="533140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F086E9C-1E18-C919-CACC-35F02C4FA1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593" y="379558"/>
            <a:ext cx="10360152" cy="11399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pt-BR" b="0"/>
              <a:t>GQM - RQ03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A607-97E4-C4E8-8C4F-1ECDE8A2716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0080" y="1123852"/>
            <a:ext cx="10890924" cy="549272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1800" b="1"/>
              <a:t>Qual a diferença na quantidade de reviews entre releases positivas e negativas por gênero?</a:t>
            </a:r>
            <a:endParaRPr lang="pt-BR" sz="1800" i="1"/>
          </a:p>
          <a:p>
            <a:pPr marL="607691" lvl="1" indent="-342900">
              <a:buFont typeface="Courier New" pitchFamily="34"/>
              <a:buChar char="o"/>
            </a:pPr>
            <a:endParaRPr lang="pt-BR" sz="220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2DB84B8-2520-1B8A-04A5-BBE5B55EC9E8}"/>
              </a:ext>
            </a:extLst>
          </p:cNvPr>
          <p:cNvSpPr/>
          <p:nvPr/>
        </p:nvSpPr>
        <p:spPr>
          <a:xfrm>
            <a:off x="2964872" y="1828799"/>
            <a:ext cx="6982690" cy="2493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3B5A781-BF02-19DE-B189-F40E056ED77A}"/>
              </a:ext>
            </a:extLst>
          </p:cNvPr>
          <p:cNvSpPr/>
          <p:nvPr/>
        </p:nvSpPr>
        <p:spPr>
          <a:xfrm>
            <a:off x="2937162" y="4170217"/>
            <a:ext cx="6982690" cy="2493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425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7E93-0EDE-EE7B-E7ED-2A47951AC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08D41-EE6C-B1C9-2FF0-33618EBF15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593" y="379558"/>
            <a:ext cx="10360152" cy="11399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pt-BR" b="0"/>
              <a:t>GQM - RQ04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EE76A-E30A-D768-C993-AF240F8E8F2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0080" y="1123852"/>
            <a:ext cx="10890924" cy="549272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pt-BR" sz="1800" b="1"/>
              <a:t>Tópicos a seguir e evitar por gênero</a:t>
            </a:r>
            <a:endParaRPr lang="en-US"/>
          </a:p>
          <a:p>
            <a:pPr marL="607060" lvl="1" indent="-342900">
              <a:buFont typeface="Courier New" pitchFamily="34"/>
              <a:buChar char="o"/>
            </a:pPr>
            <a:endParaRPr lang="pt-BR" sz="2200"/>
          </a:p>
        </p:txBody>
      </p:sp>
      <p:pic>
        <p:nvPicPr>
          <p:cNvPr id="11" name="Picture 10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4FA86092-A4B7-CACE-9FA8-D3507650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38" y="1969921"/>
            <a:ext cx="564832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19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922EC-D5AF-6E04-1528-BB19CB17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B0004-AD42-440A-60BF-6BC2770B19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593" y="379558"/>
            <a:ext cx="10360152" cy="11399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pt-BR" b="0"/>
              <a:t>GQM - RQ04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A74EE-0D7F-CF5A-B04B-20F17D617E7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0080" y="1123852"/>
            <a:ext cx="10890924" cy="549272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buNone/>
            </a:pPr>
            <a:r>
              <a:rPr lang="pt-BR" sz="1800" b="1"/>
              <a:t>Tópicos a seguir e evitar por gênero</a:t>
            </a:r>
            <a:endParaRPr lang="pt-BR" sz="1800"/>
          </a:p>
          <a:p>
            <a:pPr marL="0" indent="0" algn="ctr">
              <a:buNone/>
            </a:pPr>
            <a:endParaRPr lang="pt-BR" sz="1800" b="1"/>
          </a:p>
          <a:p>
            <a:pPr marL="607060" lvl="1" indent="-342900">
              <a:buFont typeface="Courier New" pitchFamily="34"/>
              <a:buChar char="o"/>
            </a:pPr>
            <a:endParaRPr lang="pt-BR" sz="2200"/>
          </a:p>
        </p:txBody>
      </p:sp>
      <p:pic>
        <p:nvPicPr>
          <p:cNvPr id="5" name="Picture 4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CD3AF9E5-7415-9744-6DDC-7DD1CD5B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38" y="1931320"/>
            <a:ext cx="564832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45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7702-F03B-E122-20C6-FF41BF8E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03BBE-CC36-0BF5-D7D7-D0E245A6A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593" y="379558"/>
            <a:ext cx="10360152" cy="11399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pt-BR" b="0"/>
              <a:t>Conclusão</a:t>
            </a:r>
            <a:endParaRPr lang="pt-B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5A1435-0E33-CD4D-713D-14ACF2288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70157"/>
            <a:ext cx="10890928" cy="48294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Não há grande variação de número de jogadores entre releases para um mesmo jogo;</a:t>
            </a:r>
            <a:endParaRPr lang="en-US"/>
          </a:p>
          <a:p>
            <a:r>
              <a:rPr lang="pt-BR"/>
              <a:t>A percepção das atualizações variam de acordo com o gênero;</a:t>
            </a:r>
          </a:p>
          <a:p>
            <a:r>
              <a:rPr lang="pt-BR"/>
              <a:t>Independente do sentimento médio dos jogadores, não há grande variação com o número de comentários;</a:t>
            </a:r>
          </a:p>
          <a:p>
            <a:r>
              <a:rPr lang="pt-BR"/>
              <a:t>Releases com temáticas mais genéricas tendem a agradar mais os jogadores;</a:t>
            </a:r>
          </a:p>
        </p:txBody>
      </p:sp>
    </p:spTree>
    <p:extLst>
      <p:ext uri="{BB962C8B-B14F-4D97-AF65-F5344CB8AC3E}">
        <p14:creationId xmlns:p14="http://schemas.microsoft.com/office/powerpoint/2010/main" val="690110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03B4-F3D4-23F1-4A8F-C5CCAFF6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5E8E9-0D07-B84C-D2B4-C6276A9B84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593" y="379558"/>
            <a:ext cx="10360152" cy="11399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r>
              <a:rPr lang="pt-BR" b="0"/>
              <a:t>Ameaça a validade</a:t>
            </a:r>
            <a:endParaRPr lang="pt-B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C43547-6A3F-0857-5B8F-55866A942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520551"/>
            <a:ext cx="10890928" cy="46790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Utilização única da plataforma de jogos da </a:t>
            </a:r>
            <a:r>
              <a:rPr lang="pt-BR" err="1"/>
              <a:t>Steam</a:t>
            </a:r>
            <a:r>
              <a:rPr lang="pt-BR"/>
              <a:t>;</a:t>
            </a:r>
          </a:p>
          <a:p>
            <a:r>
              <a:rPr lang="pt-BR"/>
              <a:t>Foram analisados somente jogos mais populares, não avaliando histórico de popularidade ao longo dos anos;</a:t>
            </a:r>
          </a:p>
          <a:p>
            <a:r>
              <a:rPr lang="pt-BR"/>
              <a:t>Espaço amostral de 1 ano de dados.</a:t>
            </a:r>
          </a:p>
        </p:txBody>
      </p:sp>
    </p:spTree>
    <p:extLst>
      <p:ext uri="{BB962C8B-B14F-4D97-AF65-F5344CB8AC3E}">
        <p14:creationId xmlns:p14="http://schemas.microsoft.com/office/powerpoint/2010/main" val="322020170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DashVTI</vt:lpstr>
      <vt:lpstr>Como Atualizações de Jogos Online Influenciam Sentimentos e Engajamento dos Jogadores</vt:lpstr>
      <vt:lpstr>Contexto do problema </vt:lpstr>
      <vt:lpstr>Objetivo Geral</vt:lpstr>
      <vt:lpstr>Trabalhos Relacionados</vt:lpstr>
      <vt:lpstr>PowerPoint Presentation</vt:lpstr>
      <vt:lpstr>GQM - RQ01</vt:lpstr>
      <vt:lpstr>GQM - RQ02</vt:lpstr>
      <vt:lpstr>GQM - RQ03</vt:lpstr>
      <vt:lpstr>GQM - RQ04</vt:lpstr>
      <vt:lpstr>Metodologia</vt:lpstr>
      <vt:lpstr>Seleção dos jogos</vt:lpstr>
      <vt:lpstr>PowerPoint Presentation</vt:lpstr>
      <vt:lpstr>Fluxo de processamento das Releases</vt:lpstr>
      <vt:lpstr>Prompt API Open API - Estratégia One-shot</vt:lpstr>
      <vt:lpstr>Dados analisados</vt:lpstr>
      <vt:lpstr>GQM - RQ01</vt:lpstr>
      <vt:lpstr>GQM - RQ02</vt:lpstr>
      <vt:lpstr>GQM - RQ03</vt:lpstr>
      <vt:lpstr>GQM - RQ04</vt:lpstr>
      <vt:lpstr>GQM - RQ04</vt:lpstr>
      <vt:lpstr>Conclusão</vt:lpstr>
      <vt:lpstr>Ameaça a validade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2025-03-31T00:30:00Z</dcterms:created>
  <dcterms:modified xsi:type="dcterms:W3CDTF">2025-06-22T20:18:58Z</dcterms:modified>
</cp:coreProperties>
</file>